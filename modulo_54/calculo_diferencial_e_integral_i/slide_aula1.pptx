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6"/>
  </p:handoutMasterIdLst>
  <p:sldIdLst>
    <p:sldId id="256" r:id="rId2"/>
    <p:sldId id="280" r:id="rId3"/>
    <p:sldId id="281" r:id="rId4"/>
    <p:sldId id="276" r:id="rId5"/>
    <p:sldId id="262" r:id="rId6"/>
    <p:sldId id="257" r:id="rId7"/>
    <p:sldId id="282" r:id="rId8"/>
    <p:sldId id="272" r:id="rId9"/>
    <p:sldId id="283" r:id="rId10"/>
    <p:sldId id="284" r:id="rId11"/>
    <p:sldId id="285" r:id="rId12"/>
    <p:sldId id="286" r:id="rId13"/>
    <p:sldId id="279" r:id="rId14"/>
    <p:sldId id="260" r:id="rId15"/>
    <p:sldId id="275" r:id="rId16"/>
    <p:sldId id="287" r:id="rId17"/>
    <p:sldId id="288" r:id="rId18"/>
    <p:sldId id="289" r:id="rId19"/>
    <p:sldId id="274" r:id="rId20"/>
    <p:sldId id="268" r:id="rId21"/>
    <p:sldId id="290" r:id="rId22"/>
    <p:sldId id="291" r:id="rId23"/>
    <p:sldId id="292" r:id="rId24"/>
    <p:sldId id="267" r:id="rId2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D8D"/>
    <a:srgbClr val="00B5E4"/>
    <a:srgbClr val="8ED1E5"/>
    <a:srgbClr val="00FFFF"/>
    <a:srgbClr val="79E3F2"/>
    <a:srgbClr val="A3DCEA"/>
    <a:srgbClr val="06D2E8"/>
    <a:srgbClr val="B0DFED"/>
    <a:srgbClr val="89CDE7"/>
    <a:srgbClr val="A2F8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858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13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a Valeria Viotti Moreira" userId="3bce9171-05b4-4a77-95f0-b408369d2250" providerId="ADAL" clId="{E65FE90E-66A4-4CD0-BC51-BF39850176AC}"/>
    <pc:docChg chg="undo custSel addSld delSld modSld sldOrd">
      <pc:chgData name="Paula Valeria Viotti Moreira" userId="3bce9171-05b4-4a77-95f0-b408369d2250" providerId="ADAL" clId="{E65FE90E-66A4-4CD0-BC51-BF39850176AC}" dt="2026-09-24T17:14:26.818" v="666" actId="113"/>
      <pc:docMkLst>
        <pc:docMk/>
      </pc:docMkLst>
      <pc:sldChg chg="ord">
        <pc:chgData name="Paula Valeria Viotti Moreira" userId="3bce9171-05b4-4a77-95f0-b408369d2250" providerId="ADAL" clId="{E65FE90E-66A4-4CD0-BC51-BF39850176AC}" dt="2026-09-24T16:39:54.035" v="170"/>
        <pc:sldMkLst>
          <pc:docMk/>
          <pc:sldMk cId="3662989111" sldId="256"/>
        </pc:sldMkLst>
      </pc:sldChg>
      <pc:sldChg chg="addSp delSp modSp mod ord">
        <pc:chgData name="Paula Valeria Viotti Moreira" userId="3bce9171-05b4-4a77-95f0-b408369d2250" providerId="ADAL" clId="{E65FE90E-66A4-4CD0-BC51-BF39850176AC}" dt="2026-09-24T16:31:47.589" v="100" actId="22"/>
        <pc:sldMkLst>
          <pc:docMk/>
          <pc:sldMk cId="547221640" sldId="257"/>
        </pc:sldMkLst>
        <pc:spChg chg="mod">
          <ac:chgData name="Paula Valeria Viotti Moreira" userId="3bce9171-05b4-4a77-95f0-b408369d2250" providerId="ADAL" clId="{E65FE90E-66A4-4CD0-BC51-BF39850176AC}" dt="2026-09-24T16:30:48.107" v="99" actId="20577"/>
          <ac:spMkLst>
            <pc:docMk/>
            <pc:sldMk cId="547221640" sldId="257"/>
            <ac:spMk id="2" creationId="{EF307F50-CC59-387A-6570-EA08EC0B108D}"/>
          </ac:spMkLst>
        </pc:spChg>
        <pc:spChg chg="del">
          <ac:chgData name="Paula Valeria Viotti Moreira" userId="3bce9171-05b4-4a77-95f0-b408369d2250" providerId="ADAL" clId="{E65FE90E-66A4-4CD0-BC51-BF39850176AC}" dt="2026-09-24T16:31:47.589" v="100" actId="22"/>
          <ac:spMkLst>
            <pc:docMk/>
            <pc:sldMk cId="547221640" sldId="257"/>
            <ac:spMk id="15" creationId="{46E8FD09-EBE2-693E-C130-E0A10DDCDB7E}"/>
          </ac:spMkLst>
        </pc:spChg>
        <pc:spChg chg="mod">
          <ac:chgData name="Paula Valeria Viotti Moreira" userId="3bce9171-05b4-4a77-95f0-b408369d2250" providerId="ADAL" clId="{E65FE90E-66A4-4CD0-BC51-BF39850176AC}" dt="2026-09-24T16:30:33.434" v="53" actId="20577"/>
          <ac:spMkLst>
            <pc:docMk/>
            <pc:sldMk cId="547221640" sldId="257"/>
            <ac:spMk id="16" creationId="{18E7B9AE-4D67-16A0-1B5C-F93B032A1170}"/>
          </ac:spMkLst>
        </pc:spChg>
        <pc:spChg chg="mod">
          <ac:chgData name="Paula Valeria Viotti Moreira" userId="3bce9171-05b4-4a77-95f0-b408369d2250" providerId="ADAL" clId="{E65FE90E-66A4-4CD0-BC51-BF39850176AC}" dt="2026-09-24T16:30:45.146" v="92" actId="20577"/>
          <ac:spMkLst>
            <pc:docMk/>
            <pc:sldMk cId="547221640" sldId="257"/>
            <ac:spMk id="17" creationId="{89A4ADB4-AE23-48B0-0287-F213A8945CC2}"/>
          </ac:spMkLst>
        </pc:spChg>
        <pc:picChg chg="add mod ord">
          <ac:chgData name="Paula Valeria Viotti Moreira" userId="3bce9171-05b4-4a77-95f0-b408369d2250" providerId="ADAL" clId="{E65FE90E-66A4-4CD0-BC51-BF39850176AC}" dt="2026-09-24T16:31:47.589" v="100" actId="22"/>
          <ac:picMkLst>
            <pc:docMk/>
            <pc:sldMk cId="547221640" sldId="257"/>
            <ac:picMk id="4" creationId="{924B092F-7158-4383-A7A2-F478253A4777}"/>
          </ac:picMkLst>
        </pc:picChg>
      </pc:sldChg>
      <pc:sldChg chg="del">
        <pc:chgData name="Paula Valeria Viotti Moreira" userId="3bce9171-05b4-4a77-95f0-b408369d2250" providerId="ADAL" clId="{E65FE90E-66A4-4CD0-BC51-BF39850176AC}" dt="2026-09-24T16:49:19.724" v="291" actId="47"/>
        <pc:sldMkLst>
          <pc:docMk/>
          <pc:sldMk cId="3015937112" sldId="258"/>
        </pc:sldMkLst>
      </pc:sldChg>
      <pc:sldChg chg="del">
        <pc:chgData name="Paula Valeria Viotti Moreira" userId="3bce9171-05b4-4a77-95f0-b408369d2250" providerId="ADAL" clId="{E65FE90E-66A4-4CD0-BC51-BF39850176AC}" dt="2026-09-24T17:11:27.528" v="660" actId="47"/>
        <pc:sldMkLst>
          <pc:docMk/>
          <pc:sldMk cId="3759610812" sldId="259"/>
        </pc:sldMkLst>
      </pc:sldChg>
      <pc:sldChg chg="addSp modSp mod">
        <pc:chgData name="Paula Valeria Viotti Moreira" userId="3bce9171-05b4-4a77-95f0-b408369d2250" providerId="ADAL" clId="{E65FE90E-66A4-4CD0-BC51-BF39850176AC}" dt="2026-09-24T16:49:08.098" v="290" actId="1076"/>
        <pc:sldMkLst>
          <pc:docMk/>
          <pc:sldMk cId="2435214444" sldId="260"/>
        </pc:sldMkLst>
        <pc:spChg chg="mod">
          <ac:chgData name="Paula Valeria Viotti Moreira" userId="3bce9171-05b4-4a77-95f0-b408369d2250" providerId="ADAL" clId="{E65FE90E-66A4-4CD0-BC51-BF39850176AC}" dt="2026-09-24T16:48:38.219" v="284" actId="20577"/>
          <ac:spMkLst>
            <pc:docMk/>
            <pc:sldMk cId="2435214444" sldId="260"/>
            <ac:spMk id="2" creationId="{510FEC4F-817D-7C33-F65E-C2E1E0331A4B}"/>
          </ac:spMkLst>
        </pc:spChg>
        <pc:spChg chg="mod">
          <ac:chgData name="Paula Valeria Viotti Moreira" userId="3bce9171-05b4-4a77-95f0-b408369d2250" providerId="ADAL" clId="{E65FE90E-66A4-4CD0-BC51-BF39850176AC}" dt="2026-09-24T16:48:54.192" v="287" actId="1076"/>
          <ac:spMkLst>
            <pc:docMk/>
            <pc:sldMk cId="2435214444" sldId="260"/>
            <ac:spMk id="3" creationId="{D614D459-0165-932A-8811-B956592574E7}"/>
          </ac:spMkLst>
        </pc:spChg>
        <pc:picChg chg="add mod">
          <ac:chgData name="Paula Valeria Viotti Moreira" userId="3bce9171-05b4-4a77-95f0-b408369d2250" providerId="ADAL" clId="{E65FE90E-66A4-4CD0-BC51-BF39850176AC}" dt="2026-09-24T16:49:08.098" v="290" actId="1076"/>
          <ac:picMkLst>
            <pc:docMk/>
            <pc:sldMk cId="2435214444" sldId="260"/>
            <ac:picMk id="4" creationId="{C8A29A34-76B5-4FD7-A359-2ED10B4909F8}"/>
          </ac:picMkLst>
        </pc:picChg>
        <pc:picChg chg="add mod">
          <ac:chgData name="Paula Valeria Viotti Moreira" userId="3bce9171-05b4-4a77-95f0-b408369d2250" providerId="ADAL" clId="{E65FE90E-66A4-4CD0-BC51-BF39850176AC}" dt="2026-09-24T16:49:08.098" v="290" actId="1076"/>
          <ac:picMkLst>
            <pc:docMk/>
            <pc:sldMk cId="2435214444" sldId="260"/>
            <ac:picMk id="5" creationId="{76D24216-930F-4FFD-86D7-175A51AE4C6B}"/>
          </ac:picMkLst>
        </pc:picChg>
      </pc:sldChg>
      <pc:sldChg chg="del">
        <pc:chgData name="Paula Valeria Viotti Moreira" userId="3bce9171-05b4-4a77-95f0-b408369d2250" providerId="ADAL" clId="{E65FE90E-66A4-4CD0-BC51-BF39850176AC}" dt="2026-09-24T16:18:04.909" v="1" actId="47"/>
        <pc:sldMkLst>
          <pc:docMk/>
          <pc:sldMk cId="836293319" sldId="261"/>
        </pc:sldMkLst>
      </pc:sldChg>
      <pc:sldChg chg="addSp delSp modSp mod ord">
        <pc:chgData name="Paula Valeria Viotti Moreira" userId="3bce9171-05b4-4a77-95f0-b408369d2250" providerId="ADAL" clId="{E65FE90E-66A4-4CD0-BC51-BF39850176AC}" dt="2026-09-24T16:30:12.967" v="30"/>
        <pc:sldMkLst>
          <pc:docMk/>
          <pc:sldMk cId="431490007" sldId="262"/>
        </pc:sldMkLst>
        <pc:spChg chg="mod">
          <ac:chgData name="Paula Valeria Viotti Moreira" userId="3bce9171-05b4-4a77-95f0-b408369d2250" providerId="ADAL" clId="{E65FE90E-66A4-4CD0-BC51-BF39850176AC}" dt="2026-09-24T16:29:43.803" v="25"/>
          <ac:spMkLst>
            <pc:docMk/>
            <pc:sldMk cId="431490007" sldId="262"/>
            <ac:spMk id="5" creationId="{C9EFE673-00D8-9737-6E7F-5CD9EB0FA14C}"/>
          </ac:spMkLst>
        </pc:spChg>
        <pc:spChg chg="del">
          <ac:chgData name="Paula Valeria Viotti Moreira" userId="3bce9171-05b4-4a77-95f0-b408369d2250" providerId="ADAL" clId="{E65FE90E-66A4-4CD0-BC51-BF39850176AC}" dt="2026-09-24T16:30:08.518" v="28"/>
          <ac:spMkLst>
            <pc:docMk/>
            <pc:sldMk cId="431490007" sldId="262"/>
            <ac:spMk id="6" creationId="{B0755C69-DAAA-4647-679D-D6B07F77C5C1}"/>
          </ac:spMkLst>
        </pc:spChg>
        <pc:spChg chg="mod">
          <ac:chgData name="Paula Valeria Viotti Moreira" userId="3bce9171-05b4-4a77-95f0-b408369d2250" providerId="ADAL" clId="{E65FE90E-66A4-4CD0-BC51-BF39850176AC}" dt="2026-09-24T16:30:00.357" v="27" actId="12"/>
          <ac:spMkLst>
            <pc:docMk/>
            <pc:sldMk cId="431490007" sldId="262"/>
            <ac:spMk id="7" creationId="{CBFE87DC-6C86-E712-5AAA-CFE7100D9B67}"/>
          </ac:spMkLst>
        </pc:spChg>
        <pc:picChg chg="add mod">
          <ac:chgData name="Paula Valeria Viotti Moreira" userId="3bce9171-05b4-4a77-95f0-b408369d2250" providerId="ADAL" clId="{E65FE90E-66A4-4CD0-BC51-BF39850176AC}" dt="2026-09-24T16:30:08.518" v="28"/>
          <ac:picMkLst>
            <pc:docMk/>
            <pc:sldMk cId="431490007" sldId="262"/>
            <ac:picMk id="2" creationId="{6E431973-DB5A-6816-3EE6-0099022517BE}"/>
          </ac:picMkLst>
        </pc:picChg>
      </pc:sldChg>
      <pc:sldChg chg="addSp delSp modSp del mod modAnim">
        <pc:chgData name="Paula Valeria Viotti Moreira" userId="3bce9171-05b4-4a77-95f0-b408369d2250" providerId="ADAL" clId="{E65FE90E-66A4-4CD0-BC51-BF39850176AC}" dt="2026-09-24T17:04:28.644" v="524" actId="47"/>
        <pc:sldMkLst>
          <pc:docMk/>
          <pc:sldMk cId="2395211684" sldId="263"/>
        </pc:sldMkLst>
        <pc:spChg chg="mod">
          <ac:chgData name="Paula Valeria Viotti Moreira" userId="3bce9171-05b4-4a77-95f0-b408369d2250" providerId="ADAL" clId="{E65FE90E-66A4-4CD0-BC51-BF39850176AC}" dt="2026-09-24T17:03:22.091" v="497" actId="120"/>
          <ac:spMkLst>
            <pc:docMk/>
            <pc:sldMk cId="2395211684" sldId="263"/>
            <ac:spMk id="2" creationId="{81A21623-5D6A-5863-112F-B8EB0D51FD9E}"/>
          </ac:spMkLst>
        </pc:spChg>
        <pc:spChg chg="del">
          <ac:chgData name="Paula Valeria Viotti Moreira" userId="3bce9171-05b4-4a77-95f0-b408369d2250" providerId="ADAL" clId="{E65FE90E-66A4-4CD0-BC51-BF39850176AC}" dt="2026-09-24T16:27:00.121" v="5" actId="478"/>
          <ac:spMkLst>
            <pc:docMk/>
            <pc:sldMk cId="2395211684" sldId="263"/>
            <ac:spMk id="4" creationId="{FBF634F5-38D7-3C90-7C52-5C7F8187A264}"/>
          </ac:spMkLst>
        </pc:spChg>
        <pc:spChg chg="add mod">
          <ac:chgData name="Paula Valeria Viotti Moreira" userId="3bce9171-05b4-4a77-95f0-b408369d2250" providerId="ADAL" clId="{E65FE90E-66A4-4CD0-BC51-BF39850176AC}" dt="2026-09-24T17:04:00.012" v="519" actId="14100"/>
          <ac:spMkLst>
            <pc:docMk/>
            <pc:sldMk cId="2395211684" sldId="263"/>
            <ac:spMk id="5" creationId="{342AB936-D646-E413-0B8A-1138ECE82FB1}"/>
          </ac:spMkLst>
        </pc:spChg>
        <pc:spChg chg="add mod">
          <ac:chgData name="Paula Valeria Viotti Moreira" userId="3bce9171-05b4-4a77-95f0-b408369d2250" providerId="ADAL" clId="{E65FE90E-66A4-4CD0-BC51-BF39850176AC}" dt="2026-09-24T17:03:41.794" v="505" actId="1076"/>
          <ac:spMkLst>
            <pc:docMk/>
            <pc:sldMk cId="2395211684" sldId="263"/>
            <ac:spMk id="7" creationId="{CBCD7075-739D-2344-2270-D1F0CAB8BCD7}"/>
          </ac:spMkLst>
        </pc:spChg>
        <pc:picChg chg="add mod">
          <ac:chgData name="Paula Valeria Viotti Moreira" userId="3bce9171-05b4-4a77-95f0-b408369d2250" providerId="ADAL" clId="{E65FE90E-66A4-4CD0-BC51-BF39850176AC}" dt="2026-09-24T17:03:54.402" v="518" actId="1036"/>
          <ac:picMkLst>
            <pc:docMk/>
            <pc:sldMk cId="2395211684" sldId="263"/>
            <ac:picMk id="3" creationId="{E1FB3ECB-5A44-809D-8634-DD94922384F8}"/>
          </ac:picMkLst>
        </pc:picChg>
        <pc:picChg chg="add mod">
          <ac:chgData name="Paula Valeria Viotti Moreira" userId="3bce9171-05b4-4a77-95f0-b408369d2250" providerId="ADAL" clId="{E65FE90E-66A4-4CD0-BC51-BF39850176AC}" dt="2026-09-24T17:03:41.794" v="505" actId="1076"/>
          <ac:picMkLst>
            <pc:docMk/>
            <pc:sldMk cId="2395211684" sldId="263"/>
            <ac:picMk id="6" creationId="{D4357B07-B8A3-8F11-EF70-BA7947D8921C}"/>
          </ac:picMkLst>
        </pc:picChg>
      </pc:sldChg>
      <pc:sldChg chg="del">
        <pc:chgData name="Paula Valeria Viotti Moreira" userId="3bce9171-05b4-4a77-95f0-b408369d2250" providerId="ADAL" clId="{E65FE90E-66A4-4CD0-BC51-BF39850176AC}" dt="2026-09-24T17:11:28.581" v="661" actId="47"/>
        <pc:sldMkLst>
          <pc:docMk/>
          <pc:sldMk cId="1805055710" sldId="264"/>
        </pc:sldMkLst>
      </pc:sldChg>
      <pc:sldChg chg="del">
        <pc:chgData name="Paula Valeria Viotti Moreira" userId="3bce9171-05b4-4a77-95f0-b408369d2250" providerId="ADAL" clId="{E65FE90E-66A4-4CD0-BC51-BF39850176AC}" dt="2026-09-24T17:11:29.431" v="662" actId="47"/>
        <pc:sldMkLst>
          <pc:docMk/>
          <pc:sldMk cId="4074777782" sldId="265"/>
        </pc:sldMkLst>
      </pc:sldChg>
      <pc:sldChg chg="del">
        <pc:chgData name="Paula Valeria Viotti Moreira" userId="3bce9171-05b4-4a77-95f0-b408369d2250" providerId="ADAL" clId="{E65FE90E-66A4-4CD0-BC51-BF39850176AC}" dt="2026-09-24T17:11:30.258" v="663" actId="47"/>
        <pc:sldMkLst>
          <pc:docMk/>
          <pc:sldMk cId="3480650966" sldId="266"/>
        </pc:sldMkLst>
      </pc:sldChg>
      <pc:sldChg chg="addSp delSp modSp mod modAnim">
        <pc:chgData name="Paula Valeria Viotti Moreira" userId="3bce9171-05b4-4a77-95f0-b408369d2250" providerId="ADAL" clId="{E65FE90E-66A4-4CD0-BC51-BF39850176AC}" dt="2026-09-24T17:04:50.746" v="563" actId="1076"/>
        <pc:sldMkLst>
          <pc:docMk/>
          <pc:sldMk cId="4169727553" sldId="268"/>
        </pc:sldMkLst>
        <pc:spChg chg="del">
          <ac:chgData name="Paula Valeria Viotti Moreira" userId="3bce9171-05b4-4a77-95f0-b408369d2250" providerId="ADAL" clId="{E65FE90E-66A4-4CD0-BC51-BF39850176AC}" dt="2026-09-24T17:04:12.324" v="520" actId="478"/>
          <ac:spMkLst>
            <pc:docMk/>
            <pc:sldMk cId="4169727553" sldId="268"/>
            <ac:spMk id="2" creationId="{B8858C4F-E07F-9F27-BCE6-F67EB3B4A7A9}"/>
          </ac:spMkLst>
        </pc:spChg>
        <pc:spChg chg="add mod">
          <ac:chgData name="Paula Valeria Viotti Moreira" userId="3bce9171-05b4-4a77-95f0-b408369d2250" providerId="ADAL" clId="{E65FE90E-66A4-4CD0-BC51-BF39850176AC}" dt="2026-09-24T17:04:19.617" v="522" actId="1076"/>
          <ac:spMkLst>
            <pc:docMk/>
            <pc:sldMk cId="4169727553" sldId="268"/>
            <ac:spMk id="3" creationId="{4FE5D532-3968-BF88-1C60-B741CD8AA239}"/>
          </ac:spMkLst>
        </pc:spChg>
        <pc:spChg chg="add mod">
          <ac:chgData name="Paula Valeria Viotti Moreira" userId="3bce9171-05b4-4a77-95f0-b408369d2250" providerId="ADAL" clId="{E65FE90E-66A4-4CD0-BC51-BF39850176AC}" dt="2026-09-24T17:04:37.872" v="526" actId="14100"/>
          <ac:spMkLst>
            <pc:docMk/>
            <pc:sldMk cId="4169727553" sldId="268"/>
            <ac:spMk id="5" creationId="{702B09D4-0592-7B66-E813-FAE4E87A0BE6}"/>
          </ac:spMkLst>
        </pc:spChg>
        <pc:spChg chg="add mod">
          <ac:chgData name="Paula Valeria Viotti Moreira" userId="3bce9171-05b4-4a77-95f0-b408369d2250" providerId="ADAL" clId="{E65FE90E-66A4-4CD0-BC51-BF39850176AC}" dt="2026-09-24T17:04:47.914" v="562" actId="1035"/>
          <ac:spMkLst>
            <pc:docMk/>
            <pc:sldMk cId="4169727553" sldId="268"/>
            <ac:spMk id="7" creationId="{8B8897FE-12A8-A48B-7052-978161C18B72}"/>
          </ac:spMkLst>
        </pc:spChg>
        <pc:picChg chg="add mod">
          <ac:chgData name="Paula Valeria Viotti Moreira" userId="3bce9171-05b4-4a77-95f0-b408369d2250" providerId="ADAL" clId="{E65FE90E-66A4-4CD0-BC51-BF39850176AC}" dt="2026-09-24T17:04:50.746" v="563" actId="1076"/>
          <ac:picMkLst>
            <pc:docMk/>
            <pc:sldMk cId="4169727553" sldId="268"/>
            <ac:picMk id="4" creationId="{4D5949E2-AFBA-CFF7-19A3-ED876B51D751}"/>
          </ac:picMkLst>
        </pc:picChg>
        <pc:picChg chg="add mod">
          <ac:chgData name="Paula Valeria Viotti Moreira" userId="3bce9171-05b4-4a77-95f0-b408369d2250" providerId="ADAL" clId="{E65FE90E-66A4-4CD0-BC51-BF39850176AC}" dt="2026-09-24T17:04:47.914" v="562" actId="1035"/>
          <ac:picMkLst>
            <pc:docMk/>
            <pc:sldMk cId="4169727553" sldId="268"/>
            <ac:picMk id="6" creationId="{7846CA49-02BF-6278-9906-4177394D2D42}"/>
          </ac:picMkLst>
        </pc:picChg>
      </pc:sldChg>
      <pc:sldChg chg="del">
        <pc:chgData name="Paula Valeria Viotti Moreira" userId="3bce9171-05b4-4a77-95f0-b408369d2250" providerId="ADAL" clId="{E65FE90E-66A4-4CD0-BC51-BF39850176AC}" dt="2026-09-24T17:11:31.859" v="664" actId="47"/>
        <pc:sldMkLst>
          <pc:docMk/>
          <pc:sldMk cId="216405050" sldId="269"/>
        </pc:sldMkLst>
      </pc:sldChg>
      <pc:sldChg chg="del">
        <pc:chgData name="Paula Valeria Viotti Moreira" userId="3bce9171-05b4-4a77-95f0-b408369d2250" providerId="ADAL" clId="{E65FE90E-66A4-4CD0-BC51-BF39850176AC}" dt="2026-09-24T17:06:11.519" v="576" actId="47"/>
        <pc:sldMkLst>
          <pc:docMk/>
          <pc:sldMk cId="2462553130" sldId="271"/>
        </pc:sldMkLst>
      </pc:sldChg>
      <pc:sldChg chg="addSp modSp mod ord">
        <pc:chgData name="Paula Valeria Viotti Moreira" userId="3bce9171-05b4-4a77-95f0-b408369d2250" providerId="ADAL" clId="{E65FE90E-66A4-4CD0-BC51-BF39850176AC}" dt="2026-09-24T16:38:34.895" v="139" actId="2711"/>
        <pc:sldMkLst>
          <pc:docMk/>
          <pc:sldMk cId="109683784" sldId="272"/>
        </pc:sldMkLst>
        <pc:spChg chg="mod">
          <ac:chgData name="Paula Valeria Viotti Moreira" userId="3bce9171-05b4-4a77-95f0-b408369d2250" providerId="ADAL" clId="{E65FE90E-66A4-4CD0-BC51-BF39850176AC}" dt="2026-09-24T16:37:55.922" v="130" actId="27636"/>
          <ac:spMkLst>
            <pc:docMk/>
            <pc:sldMk cId="109683784" sldId="272"/>
            <ac:spMk id="2" creationId="{5A8C7B75-7749-8E36-9803-2965612A9F31}"/>
          </ac:spMkLst>
        </pc:spChg>
        <pc:spChg chg="mod">
          <ac:chgData name="Paula Valeria Viotti Moreira" userId="3bce9171-05b4-4a77-95f0-b408369d2250" providerId="ADAL" clId="{E65FE90E-66A4-4CD0-BC51-BF39850176AC}" dt="2026-09-24T16:38:34.895" v="139" actId="2711"/>
          <ac:spMkLst>
            <pc:docMk/>
            <pc:sldMk cId="109683784" sldId="272"/>
            <ac:spMk id="3" creationId="{235D7582-876E-5F10-F658-89D57DC98029}"/>
          </ac:spMkLst>
        </pc:spChg>
        <pc:picChg chg="add mod">
          <ac:chgData name="Paula Valeria Viotti Moreira" userId="3bce9171-05b4-4a77-95f0-b408369d2250" providerId="ADAL" clId="{E65FE90E-66A4-4CD0-BC51-BF39850176AC}" dt="2026-09-24T16:36:56.765" v="126" actId="1038"/>
          <ac:picMkLst>
            <pc:docMk/>
            <pc:sldMk cId="109683784" sldId="272"/>
            <ac:picMk id="5" creationId="{70948469-0609-F866-D42D-B73285DD5226}"/>
          </ac:picMkLst>
        </pc:picChg>
      </pc:sldChg>
      <pc:sldChg chg="del">
        <pc:chgData name="Paula Valeria Viotti Moreira" userId="3bce9171-05b4-4a77-95f0-b408369d2250" providerId="ADAL" clId="{E65FE90E-66A4-4CD0-BC51-BF39850176AC}" dt="2026-09-24T17:06:14.850" v="577" actId="47"/>
        <pc:sldMkLst>
          <pc:docMk/>
          <pc:sldMk cId="4200981844" sldId="273"/>
        </pc:sldMkLst>
      </pc:sldChg>
      <pc:sldChg chg="addSp delSp modSp mod ord">
        <pc:chgData name="Paula Valeria Viotti Moreira" userId="3bce9171-05b4-4a77-95f0-b408369d2250" providerId="ADAL" clId="{E65FE90E-66A4-4CD0-BC51-BF39850176AC}" dt="2026-09-24T17:02:48.351" v="488" actId="1038"/>
        <pc:sldMkLst>
          <pc:docMk/>
          <pc:sldMk cId="4045143039" sldId="274"/>
        </pc:sldMkLst>
        <pc:spChg chg="add mod">
          <ac:chgData name="Paula Valeria Viotti Moreira" userId="3bce9171-05b4-4a77-95f0-b408369d2250" providerId="ADAL" clId="{E65FE90E-66A4-4CD0-BC51-BF39850176AC}" dt="2026-09-24T17:02:03.649" v="468" actId="478"/>
          <ac:spMkLst>
            <pc:docMk/>
            <pc:sldMk cId="4045143039" sldId="274"/>
            <ac:spMk id="5" creationId="{0B99EF02-8D49-B75A-5AED-F0E859D58DCC}"/>
          </ac:spMkLst>
        </pc:spChg>
        <pc:spChg chg="mod">
          <ac:chgData name="Paula Valeria Viotti Moreira" userId="3bce9171-05b4-4a77-95f0-b408369d2250" providerId="ADAL" clId="{E65FE90E-66A4-4CD0-BC51-BF39850176AC}" dt="2026-09-24T17:01:19.461" v="463" actId="20577"/>
          <ac:spMkLst>
            <pc:docMk/>
            <pc:sldMk cId="4045143039" sldId="274"/>
            <ac:spMk id="10" creationId="{A1FDA681-AE05-CE81-4996-84AD3100BA4A}"/>
          </ac:spMkLst>
        </pc:spChg>
        <pc:spChg chg="del">
          <ac:chgData name="Paula Valeria Viotti Moreira" userId="3bce9171-05b4-4a77-95f0-b408369d2250" providerId="ADAL" clId="{E65FE90E-66A4-4CD0-BC51-BF39850176AC}" dt="2026-09-24T17:01:27.720" v="464"/>
          <ac:spMkLst>
            <pc:docMk/>
            <pc:sldMk cId="4045143039" sldId="274"/>
            <ac:spMk id="11" creationId="{0E60D87F-4718-8792-EDCD-B13B897C522D}"/>
          </ac:spMkLst>
        </pc:spChg>
        <pc:spChg chg="del">
          <ac:chgData name="Paula Valeria Viotti Moreira" userId="3bce9171-05b4-4a77-95f0-b408369d2250" providerId="ADAL" clId="{E65FE90E-66A4-4CD0-BC51-BF39850176AC}" dt="2026-09-24T17:01:38.747" v="465"/>
          <ac:spMkLst>
            <pc:docMk/>
            <pc:sldMk cId="4045143039" sldId="274"/>
            <ac:spMk id="13" creationId="{F377CA59-8AA1-7DFE-EF6B-023BC851F16B}"/>
          </ac:spMkLst>
        </pc:spChg>
        <pc:picChg chg="add mod">
          <ac:chgData name="Paula Valeria Viotti Moreira" userId="3bce9171-05b4-4a77-95f0-b408369d2250" providerId="ADAL" clId="{E65FE90E-66A4-4CD0-BC51-BF39850176AC}" dt="2026-09-24T17:01:27.720" v="464"/>
          <ac:picMkLst>
            <pc:docMk/>
            <pc:sldMk cId="4045143039" sldId="274"/>
            <ac:picMk id="2" creationId="{175D4296-B5C5-E32B-D475-CAB05E99B5E6}"/>
          </ac:picMkLst>
        </pc:picChg>
        <pc:picChg chg="add del mod">
          <ac:chgData name="Paula Valeria Viotti Moreira" userId="3bce9171-05b4-4a77-95f0-b408369d2250" providerId="ADAL" clId="{E65FE90E-66A4-4CD0-BC51-BF39850176AC}" dt="2026-09-24T17:02:03.649" v="468" actId="478"/>
          <ac:picMkLst>
            <pc:docMk/>
            <pc:sldMk cId="4045143039" sldId="274"/>
            <ac:picMk id="3" creationId="{C1E94AAD-A46B-2D3D-4376-C810B05DABE7}"/>
          </ac:picMkLst>
        </pc:picChg>
        <pc:picChg chg="add mod modCrop">
          <ac:chgData name="Paula Valeria Viotti Moreira" userId="3bce9171-05b4-4a77-95f0-b408369d2250" providerId="ADAL" clId="{E65FE90E-66A4-4CD0-BC51-BF39850176AC}" dt="2026-09-24T17:02:48.351" v="488" actId="1038"/>
          <ac:picMkLst>
            <pc:docMk/>
            <pc:sldMk cId="4045143039" sldId="274"/>
            <ac:picMk id="6" creationId="{37356D66-B5AE-BE70-A81B-BA7C0645F2FD}"/>
          </ac:picMkLst>
        </pc:picChg>
      </pc:sldChg>
      <pc:sldChg chg="addSp delSp modSp mod ord">
        <pc:chgData name="Paula Valeria Viotti Moreira" userId="3bce9171-05b4-4a77-95f0-b408369d2250" providerId="ADAL" clId="{E65FE90E-66A4-4CD0-BC51-BF39850176AC}" dt="2026-09-24T16:51:59.476" v="390" actId="1035"/>
        <pc:sldMkLst>
          <pc:docMk/>
          <pc:sldMk cId="2721476961" sldId="275"/>
        </pc:sldMkLst>
        <pc:spChg chg="mod">
          <ac:chgData name="Paula Valeria Viotti Moreira" userId="3bce9171-05b4-4a77-95f0-b408369d2250" providerId="ADAL" clId="{E65FE90E-66A4-4CD0-BC51-BF39850176AC}" dt="2026-09-24T16:50:23.511" v="341" actId="1037"/>
          <ac:spMkLst>
            <pc:docMk/>
            <pc:sldMk cId="2721476961" sldId="275"/>
            <ac:spMk id="2" creationId="{D6446D7A-E6FB-32E6-A382-021110AC583C}"/>
          </ac:spMkLst>
        </pc:spChg>
        <pc:spChg chg="mod">
          <ac:chgData name="Paula Valeria Viotti Moreira" userId="3bce9171-05b4-4a77-95f0-b408369d2250" providerId="ADAL" clId="{E65FE90E-66A4-4CD0-BC51-BF39850176AC}" dt="2026-09-24T16:50:28.923" v="342"/>
          <ac:spMkLst>
            <pc:docMk/>
            <pc:sldMk cId="2721476961" sldId="275"/>
            <ac:spMk id="3" creationId="{00C99E48-6520-0C26-FB38-7C27762612CF}"/>
          </ac:spMkLst>
        </pc:spChg>
        <pc:spChg chg="del">
          <ac:chgData name="Paula Valeria Viotti Moreira" userId="3bce9171-05b4-4a77-95f0-b408369d2250" providerId="ADAL" clId="{E65FE90E-66A4-4CD0-BC51-BF39850176AC}" dt="2026-09-24T16:50:46.278" v="343" actId="478"/>
          <ac:spMkLst>
            <pc:docMk/>
            <pc:sldMk cId="2721476961" sldId="275"/>
            <ac:spMk id="4" creationId="{AC059B8C-A077-77D2-2BC3-E5A048585C9A}"/>
          </ac:spMkLst>
        </pc:spChg>
        <pc:spChg chg="add mod">
          <ac:chgData name="Paula Valeria Viotti Moreira" userId="3bce9171-05b4-4a77-95f0-b408369d2250" providerId="ADAL" clId="{E65FE90E-66A4-4CD0-BC51-BF39850176AC}" dt="2026-09-24T16:51:38.441" v="361" actId="1037"/>
          <ac:spMkLst>
            <pc:docMk/>
            <pc:sldMk cId="2721476961" sldId="275"/>
            <ac:spMk id="6" creationId="{0486F825-29CF-4F84-28C9-A3839744964C}"/>
          </ac:spMkLst>
        </pc:spChg>
        <pc:spChg chg="add mod">
          <ac:chgData name="Paula Valeria Viotti Moreira" userId="3bce9171-05b4-4a77-95f0-b408369d2250" providerId="ADAL" clId="{E65FE90E-66A4-4CD0-BC51-BF39850176AC}" dt="2026-09-24T16:51:59.476" v="390" actId="1035"/>
          <ac:spMkLst>
            <pc:docMk/>
            <pc:sldMk cId="2721476961" sldId="275"/>
            <ac:spMk id="7" creationId="{4EDEDB43-6D36-C8AD-18FD-314B4058955E}"/>
          </ac:spMkLst>
        </pc:spChg>
        <pc:spChg chg="add mod">
          <ac:chgData name="Paula Valeria Viotti Moreira" userId="3bce9171-05b4-4a77-95f0-b408369d2250" providerId="ADAL" clId="{E65FE90E-66A4-4CD0-BC51-BF39850176AC}" dt="2026-09-24T16:51:45.120" v="362" actId="1076"/>
          <ac:spMkLst>
            <pc:docMk/>
            <pc:sldMk cId="2721476961" sldId="275"/>
            <ac:spMk id="8" creationId="{B670BE3B-601B-0982-BC21-49FF1310EB40}"/>
          </ac:spMkLst>
        </pc:spChg>
        <pc:spChg chg="add mod">
          <ac:chgData name="Paula Valeria Viotti Moreira" userId="3bce9171-05b4-4a77-95f0-b408369d2250" providerId="ADAL" clId="{E65FE90E-66A4-4CD0-BC51-BF39850176AC}" dt="2026-09-24T16:51:55.329" v="377" actId="1035"/>
          <ac:spMkLst>
            <pc:docMk/>
            <pc:sldMk cId="2721476961" sldId="275"/>
            <ac:spMk id="9" creationId="{BF75D732-5E9B-D909-153C-D801985FA586}"/>
          </ac:spMkLst>
        </pc:spChg>
        <pc:spChg chg="add mod">
          <ac:chgData name="Paula Valeria Viotti Moreira" userId="3bce9171-05b4-4a77-95f0-b408369d2250" providerId="ADAL" clId="{E65FE90E-66A4-4CD0-BC51-BF39850176AC}" dt="2026-09-24T16:51:10.346" v="350" actId="1076"/>
          <ac:spMkLst>
            <pc:docMk/>
            <pc:sldMk cId="2721476961" sldId="275"/>
            <ac:spMk id="10" creationId="{D30BD1E7-F2BE-42D8-5EB8-14C1DA7FE7E4}"/>
          </ac:spMkLst>
        </pc:spChg>
        <pc:picChg chg="add mod">
          <ac:chgData name="Paula Valeria Viotti Moreira" userId="3bce9171-05b4-4a77-95f0-b408369d2250" providerId="ADAL" clId="{E65FE90E-66A4-4CD0-BC51-BF39850176AC}" dt="2026-09-24T16:51:18.056" v="353" actId="1076"/>
          <ac:picMkLst>
            <pc:docMk/>
            <pc:sldMk cId="2721476961" sldId="275"/>
            <ac:picMk id="5" creationId="{76BC0068-0ADA-70FB-DBA2-0B275FD978D1}"/>
          </ac:picMkLst>
        </pc:picChg>
      </pc:sldChg>
      <pc:sldChg chg="addSp delSp modSp mod ord modAnim">
        <pc:chgData name="Paula Valeria Viotti Moreira" userId="3bce9171-05b4-4a77-95f0-b408369d2250" providerId="ADAL" clId="{E65FE90E-66A4-4CD0-BC51-BF39850176AC}" dt="2026-09-24T16:39:51.774" v="167"/>
        <pc:sldMkLst>
          <pc:docMk/>
          <pc:sldMk cId="1118759795" sldId="276"/>
        </pc:sldMkLst>
        <pc:spChg chg="del">
          <ac:chgData name="Paula Valeria Viotti Moreira" userId="3bce9171-05b4-4a77-95f0-b408369d2250" providerId="ADAL" clId="{E65FE90E-66A4-4CD0-BC51-BF39850176AC}" dt="2026-09-24T16:28:38.467" v="14" actId="478"/>
          <ac:spMkLst>
            <pc:docMk/>
            <pc:sldMk cId="1118759795" sldId="276"/>
            <ac:spMk id="3" creationId="{8B93187A-8154-5FA2-D200-321F56FCAE37}"/>
          </ac:spMkLst>
        </pc:spChg>
        <pc:spChg chg="add mod">
          <ac:chgData name="Paula Valeria Viotti Moreira" userId="3bce9171-05b4-4a77-95f0-b408369d2250" providerId="ADAL" clId="{E65FE90E-66A4-4CD0-BC51-BF39850176AC}" dt="2026-09-24T16:28:57.820" v="19" actId="403"/>
          <ac:spMkLst>
            <pc:docMk/>
            <pc:sldMk cId="1118759795" sldId="276"/>
            <ac:spMk id="4" creationId="{020B4F6D-44F4-9498-8106-E4D455C8E50F}"/>
          </ac:spMkLst>
        </pc:spChg>
        <pc:spChg chg="add mod">
          <ac:chgData name="Paula Valeria Viotti Moreira" userId="3bce9171-05b4-4a77-95f0-b408369d2250" providerId="ADAL" clId="{E65FE90E-66A4-4CD0-BC51-BF39850176AC}" dt="2026-09-24T16:29:04.248" v="21" actId="14100"/>
          <ac:spMkLst>
            <pc:docMk/>
            <pc:sldMk cId="1118759795" sldId="276"/>
            <ac:spMk id="6" creationId="{FEB520C4-5F70-61DA-C15A-9C07A362EFF3}"/>
          </ac:spMkLst>
        </pc:spChg>
        <pc:spChg chg="add mod">
          <ac:chgData name="Paula Valeria Viotti Moreira" userId="3bce9171-05b4-4a77-95f0-b408369d2250" providerId="ADAL" clId="{E65FE90E-66A4-4CD0-BC51-BF39850176AC}" dt="2026-09-24T16:29:04.248" v="21" actId="14100"/>
          <ac:spMkLst>
            <pc:docMk/>
            <pc:sldMk cId="1118759795" sldId="276"/>
            <ac:spMk id="7" creationId="{E4F25AA6-1589-5421-4028-C6BBCCF7046F}"/>
          </ac:spMkLst>
        </pc:spChg>
        <pc:picChg chg="add mod">
          <ac:chgData name="Paula Valeria Viotti Moreira" userId="3bce9171-05b4-4a77-95f0-b408369d2250" providerId="ADAL" clId="{E65FE90E-66A4-4CD0-BC51-BF39850176AC}" dt="2026-09-24T16:28:47.427" v="17" actId="2711"/>
          <ac:picMkLst>
            <pc:docMk/>
            <pc:sldMk cId="1118759795" sldId="276"/>
            <ac:picMk id="5" creationId="{0562EC8D-5BA6-08CD-7498-043A63F1669A}"/>
          </ac:picMkLst>
        </pc:picChg>
        <pc:cxnChg chg="add mod">
          <ac:chgData name="Paula Valeria Viotti Moreira" userId="3bce9171-05b4-4a77-95f0-b408369d2250" providerId="ADAL" clId="{E65FE90E-66A4-4CD0-BC51-BF39850176AC}" dt="2026-09-24T16:28:47.427" v="17" actId="2711"/>
          <ac:cxnSpMkLst>
            <pc:docMk/>
            <pc:sldMk cId="1118759795" sldId="276"/>
            <ac:cxnSpMk id="8" creationId="{603C2D13-B003-87BA-DA5E-D04EBCFF6F93}"/>
          </ac:cxnSpMkLst>
        </pc:cxnChg>
      </pc:sldChg>
      <pc:sldChg chg="del">
        <pc:chgData name="Paula Valeria Viotti Moreira" userId="3bce9171-05b4-4a77-95f0-b408369d2250" providerId="ADAL" clId="{E65FE90E-66A4-4CD0-BC51-BF39850176AC}" dt="2026-09-24T17:06:15.784" v="578" actId="47"/>
        <pc:sldMkLst>
          <pc:docMk/>
          <pc:sldMk cId="1935893151" sldId="277"/>
        </pc:sldMkLst>
      </pc:sldChg>
      <pc:sldChg chg="del">
        <pc:chgData name="Paula Valeria Viotti Moreira" userId="3bce9171-05b4-4a77-95f0-b408369d2250" providerId="ADAL" clId="{E65FE90E-66A4-4CD0-BC51-BF39850176AC}" dt="2026-09-24T17:06:16.669" v="579" actId="47"/>
        <pc:sldMkLst>
          <pc:docMk/>
          <pc:sldMk cId="1214715179" sldId="278"/>
        </pc:sldMkLst>
      </pc:sldChg>
      <pc:sldChg chg="addSp modSp mod ord">
        <pc:chgData name="Paula Valeria Viotti Moreira" userId="3bce9171-05b4-4a77-95f0-b408369d2250" providerId="ADAL" clId="{E65FE90E-66A4-4CD0-BC51-BF39850176AC}" dt="2026-09-24T17:06:48.497" v="585"/>
        <pc:sldMkLst>
          <pc:docMk/>
          <pc:sldMk cId="3855744354" sldId="279"/>
        </pc:sldMkLst>
        <pc:spChg chg="mod">
          <ac:chgData name="Paula Valeria Viotti Moreira" userId="3bce9171-05b4-4a77-95f0-b408369d2250" providerId="ADAL" clId="{E65FE90E-66A4-4CD0-BC51-BF39850176AC}" dt="2026-09-24T16:45:18.277" v="257" actId="1035"/>
          <ac:spMkLst>
            <pc:docMk/>
            <pc:sldMk cId="3855744354" sldId="279"/>
            <ac:spMk id="3" creationId="{1C4D51B2-1605-87AB-66DD-2119D3FA4CE2}"/>
          </ac:spMkLst>
        </pc:spChg>
        <pc:spChg chg="add mod">
          <ac:chgData name="Paula Valeria Viotti Moreira" userId="3bce9171-05b4-4a77-95f0-b408369d2250" providerId="ADAL" clId="{E65FE90E-66A4-4CD0-BC51-BF39850176AC}" dt="2026-09-24T16:45:30.185" v="268" actId="1038"/>
          <ac:spMkLst>
            <pc:docMk/>
            <pc:sldMk cId="3855744354" sldId="279"/>
            <ac:spMk id="6" creationId="{2334DA7D-0640-1241-0BA4-2574314DCC12}"/>
          </ac:spMkLst>
        </pc:spChg>
        <pc:spChg chg="add mod">
          <ac:chgData name="Paula Valeria Viotti Moreira" userId="3bce9171-05b4-4a77-95f0-b408369d2250" providerId="ADAL" clId="{E65FE90E-66A4-4CD0-BC51-BF39850176AC}" dt="2026-09-24T16:45:30.185" v="268" actId="1038"/>
          <ac:spMkLst>
            <pc:docMk/>
            <pc:sldMk cId="3855744354" sldId="279"/>
            <ac:spMk id="8" creationId="{3ED7DD87-5388-865E-B802-ECDDE104D69C}"/>
          </ac:spMkLst>
        </pc:spChg>
        <pc:picChg chg="add mod">
          <ac:chgData name="Paula Valeria Viotti Moreira" userId="3bce9171-05b4-4a77-95f0-b408369d2250" providerId="ADAL" clId="{E65FE90E-66A4-4CD0-BC51-BF39850176AC}" dt="2026-09-24T16:45:30.185" v="268" actId="1038"/>
          <ac:picMkLst>
            <pc:docMk/>
            <pc:sldMk cId="3855744354" sldId="279"/>
            <ac:picMk id="4" creationId="{B91DF434-9653-86A1-B4BD-823019585E44}"/>
          </ac:picMkLst>
        </pc:picChg>
        <pc:picChg chg="add mod">
          <ac:chgData name="Paula Valeria Viotti Moreira" userId="3bce9171-05b4-4a77-95f0-b408369d2250" providerId="ADAL" clId="{E65FE90E-66A4-4CD0-BC51-BF39850176AC}" dt="2026-09-24T16:45:30.185" v="268" actId="1038"/>
          <ac:picMkLst>
            <pc:docMk/>
            <pc:sldMk cId="3855744354" sldId="279"/>
            <ac:picMk id="5" creationId="{9DCDA0B6-0F5E-FDC0-F1EF-1A02DF7EED42}"/>
          </ac:picMkLst>
        </pc:picChg>
        <pc:picChg chg="add mod">
          <ac:chgData name="Paula Valeria Viotti Moreira" userId="3bce9171-05b4-4a77-95f0-b408369d2250" providerId="ADAL" clId="{E65FE90E-66A4-4CD0-BC51-BF39850176AC}" dt="2026-09-24T16:45:30.185" v="268" actId="1038"/>
          <ac:picMkLst>
            <pc:docMk/>
            <pc:sldMk cId="3855744354" sldId="279"/>
            <ac:picMk id="7" creationId="{D5134754-7E15-BD60-AB36-97434FB6025E}"/>
          </ac:picMkLst>
        </pc:picChg>
      </pc:sldChg>
      <pc:sldChg chg="add">
        <pc:chgData name="Paula Valeria Viotti Moreira" userId="3bce9171-05b4-4a77-95f0-b408369d2250" providerId="ADAL" clId="{E65FE90E-66A4-4CD0-BC51-BF39850176AC}" dt="2026-09-24T16:17:57.766" v="0"/>
        <pc:sldMkLst>
          <pc:docMk/>
          <pc:sldMk cId="3342061329" sldId="280"/>
        </pc:sldMkLst>
      </pc:sldChg>
      <pc:sldChg chg="add">
        <pc:chgData name="Paula Valeria Viotti Moreira" userId="3bce9171-05b4-4a77-95f0-b408369d2250" providerId="ADAL" clId="{E65FE90E-66A4-4CD0-BC51-BF39850176AC}" dt="2026-09-24T16:24:34.904" v="2"/>
        <pc:sldMkLst>
          <pc:docMk/>
          <pc:sldMk cId="2996824077" sldId="281"/>
        </pc:sldMkLst>
      </pc:sldChg>
      <pc:sldChg chg="modSp add mod">
        <pc:chgData name="Paula Valeria Viotti Moreira" userId="3bce9171-05b4-4a77-95f0-b408369d2250" providerId="ADAL" clId="{E65FE90E-66A4-4CD0-BC51-BF39850176AC}" dt="2026-09-24T16:33:25.992" v="103" actId="27636"/>
        <pc:sldMkLst>
          <pc:docMk/>
          <pc:sldMk cId="3542420305" sldId="282"/>
        </pc:sldMkLst>
        <pc:spChg chg="mod">
          <ac:chgData name="Paula Valeria Viotti Moreira" userId="3bce9171-05b4-4a77-95f0-b408369d2250" providerId="ADAL" clId="{E65FE90E-66A4-4CD0-BC51-BF39850176AC}" dt="2026-09-24T16:33:25.992" v="103" actId="27636"/>
          <ac:spMkLst>
            <pc:docMk/>
            <pc:sldMk cId="3542420305" sldId="282"/>
            <ac:spMk id="3" creationId="{D614D459-0165-932A-8811-B956592574E7}"/>
          </ac:spMkLst>
        </pc:spChg>
      </pc:sldChg>
      <pc:sldChg chg="modSp add mod">
        <pc:chgData name="Paula Valeria Viotti Moreira" userId="3bce9171-05b4-4a77-95f0-b408369d2250" providerId="ADAL" clId="{E65FE90E-66A4-4CD0-BC51-BF39850176AC}" dt="2026-09-24T16:39:31.588" v="165" actId="1036"/>
        <pc:sldMkLst>
          <pc:docMk/>
          <pc:sldMk cId="168646967" sldId="283"/>
        </pc:sldMkLst>
        <pc:spChg chg="mod">
          <ac:chgData name="Paula Valeria Viotti Moreira" userId="3bce9171-05b4-4a77-95f0-b408369d2250" providerId="ADAL" clId="{E65FE90E-66A4-4CD0-BC51-BF39850176AC}" dt="2026-09-24T16:39:31.588" v="165" actId="1036"/>
          <ac:spMkLst>
            <pc:docMk/>
            <pc:sldMk cId="168646967" sldId="283"/>
            <ac:spMk id="3" creationId="{D4C1943D-504C-D10D-E407-9BB9E8B2068D}"/>
          </ac:spMkLst>
        </pc:spChg>
      </pc:sldChg>
      <pc:sldChg chg="addSp delSp modSp add mod ord delAnim modAnim">
        <pc:chgData name="Paula Valeria Viotti Moreira" userId="3bce9171-05b4-4a77-95f0-b408369d2250" providerId="ADAL" clId="{E65FE90E-66A4-4CD0-BC51-BF39850176AC}" dt="2026-09-24T16:40:32.462" v="179" actId="14100"/>
        <pc:sldMkLst>
          <pc:docMk/>
          <pc:sldMk cId="765704389" sldId="284"/>
        </pc:sldMkLst>
        <pc:spChg chg="add mod">
          <ac:chgData name="Paula Valeria Viotti Moreira" userId="3bce9171-05b4-4a77-95f0-b408369d2250" providerId="ADAL" clId="{E65FE90E-66A4-4CD0-BC51-BF39850176AC}" dt="2026-09-24T16:40:27.464" v="177" actId="1076"/>
          <ac:spMkLst>
            <pc:docMk/>
            <pc:sldMk cId="765704389" sldId="284"/>
            <ac:spMk id="3" creationId="{A6D3DFB8-38AC-090C-23D2-5DBE2C6AF520}"/>
          </ac:spMkLst>
        </pc:spChg>
        <pc:spChg chg="del">
          <ac:chgData name="Paula Valeria Viotti Moreira" userId="3bce9171-05b4-4a77-95f0-b408369d2250" providerId="ADAL" clId="{E65FE90E-66A4-4CD0-BC51-BF39850176AC}" dt="2026-09-24T16:40:02.030" v="173" actId="478"/>
          <ac:spMkLst>
            <pc:docMk/>
            <pc:sldMk cId="765704389" sldId="284"/>
            <ac:spMk id="4" creationId="{2D06DE61-DB0D-603C-16B3-AE4EB2A81A2B}"/>
          </ac:spMkLst>
        </pc:spChg>
        <pc:spChg chg="del">
          <ac:chgData name="Paula Valeria Viotti Moreira" userId="3bce9171-05b4-4a77-95f0-b408369d2250" providerId="ADAL" clId="{E65FE90E-66A4-4CD0-BC51-BF39850176AC}" dt="2026-09-24T16:40:02.030" v="173" actId="478"/>
          <ac:spMkLst>
            <pc:docMk/>
            <pc:sldMk cId="765704389" sldId="284"/>
            <ac:spMk id="6" creationId="{E3CC062B-C60F-50BD-E870-3A0C63257002}"/>
          </ac:spMkLst>
        </pc:spChg>
        <pc:spChg chg="del">
          <ac:chgData name="Paula Valeria Viotti Moreira" userId="3bce9171-05b4-4a77-95f0-b408369d2250" providerId="ADAL" clId="{E65FE90E-66A4-4CD0-BC51-BF39850176AC}" dt="2026-09-24T16:40:02.030" v="173" actId="478"/>
          <ac:spMkLst>
            <pc:docMk/>
            <pc:sldMk cId="765704389" sldId="284"/>
            <ac:spMk id="7" creationId="{D6014225-B7BC-872B-5AE5-AF8C6CFB527C}"/>
          </ac:spMkLst>
        </pc:spChg>
        <pc:spChg chg="add mod">
          <ac:chgData name="Paula Valeria Viotti Moreira" userId="3bce9171-05b4-4a77-95f0-b408369d2250" providerId="ADAL" clId="{E65FE90E-66A4-4CD0-BC51-BF39850176AC}" dt="2026-09-24T16:40:27.464" v="177" actId="1076"/>
          <ac:spMkLst>
            <pc:docMk/>
            <pc:sldMk cId="765704389" sldId="284"/>
            <ac:spMk id="9" creationId="{22DA088D-7CE8-E31F-AE97-81370BC0B782}"/>
          </ac:spMkLst>
        </pc:spChg>
        <pc:spChg chg="add mod">
          <ac:chgData name="Paula Valeria Viotti Moreira" userId="3bce9171-05b4-4a77-95f0-b408369d2250" providerId="ADAL" clId="{E65FE90E-66A4-4CD0-BC51-BF39850176AC}" dt="2026-09-24T16:40:27.464" v="177" actId="1076"/>
          <ac:spMkLst>
            <pc:docMk/>
            <pc:sldMk cId="765704389" sldId="284"/>
            <ac:spMk id="10" creationId="{6FF77E91-9CB5-99C9-DB19-A683FA4323D2}"/>
          </ac:spMkLst>
        </pc:spChg>
        <pc:spChg chg="add mod">
          <ac:chgData name="Paula Valeria Viotti Moreira" userId="3bce9171-05b4-4a77-95f0-b408369d2250" providerId="ADAL" clId="{E65FE90E-66A4-4CD0-BC51-BF39850176AC}" dt="2026-09-24T16:40:27.464" v="177" actId="1076"/>
          <ac:spMkLst>
            <pc:docMk/>
            <pc:sldMk cId="765704389" sldId="284"/>
            <ac:spMk id="11" creationId="{C02EC3CB-E8A3-2040-7D24-41FF2508A8E3}"/>
          </ac:spMkLst>
        </pc:spChg>
        <pc:spChg chg="add mod">
          <ac:chgData name="Paula Valeria Viotti Moreira" userId="3bce9171-05b4-4a77-95f0-b408369d2250" providerId="ADAL" clId="{E65FE90E-66A4-4CD0-BC51-BF39850176AC}" dt="2026-09-24T16:40:27.464" v="177" actId="1076"/>
          <ac:spMkLst>
            <pc:docMk/>
            <pc:sldMk cId="765704389" sldId="284"/>
            <ac:spMk id="12" creationId="{3DF6464F-EAFB-18B5-E5F7-9E8B25BB1A5F}"/>
          </ac:spMkLst>
        </pc:spChg>
        <pc:spChg chg="add mod">
          <ac:chgData name="Paula Valeria Viotti Moreira" userId="3bce9171-05b4-4a77-95f0-b408369d2250" providerId="ADAL" clId="{E65FE90E-66A4-4CD0-BC51-BF39850176AC}" dt="2026-09-24T16:40:27.464" v="177" actId="1076"/>
          <ac:spMkLst>
            <pc:docMk/>
            <pc:sldMk cId="765704389" sldId="284"/>
            <ac:spMk id="13" creationId="{D54A95ED-D174-F61D-0FEB-E7ABCC6C8CD9}"/>
          </ac:spMkLst>
        </pc:spChg>
        <pc:spChg chg="add mod">
          <ac:chgData name="Paula Valeria Viotti Moreira" userId="3bce9171-05b4-4a77-95f0-b408369d2250" providerId="ADAL" clId="{E65FE90E-66A4-4CD0-BC51-BF39850176AC}" dt="2026-09-24T16:40:27.464" v="177" actId="1076"/>
          <ac:spMkLst>
            <pc:docMk/>
            <pc:sldMk cId="765704389" sldId="284"/>
            <ac:spMk id="14" creationId="{3CCEB27C-6A7D-6C60-246D-899A84007C6D}"/>
          </ac:spMkLst>
        </pc:spChg>
        <pc:spChg chg="add mod">
          <ac:chgData name="Paula Valeria Viotti Moreira" userId="3bce9171-05b4-4a77-95f0-b408369d2250" providerId="ADAL" clId="{E65FE90E-66A4-4CD0-BC51-BF39850176AC}" dt="2026-09-24T16:40:27.464" v="177" actId="1076"/>
          <ac:spMkLst>
            <pc:docMk/>
            <pc:sldMk cId="765704389" sldId="284"/>
            <ac:spMk id="16" creationId="{C1DF3D73-E40D-9A26-179E-7A8495F09FB6}"/>
          </ac:spMkLst>
        </pc:spChg>
        <pc:spChg chg="add mod">
          <ac:chgData name="Paula Valeria Viotti Moreira" userId="3bce9171-05b4-4a77-95f0-b408369d2250" providerId="ADAL" clId="{E65FE90E-66A4-4CD0-BC51-BF39850176AC}" dt="2026-09-24T16:40:27.464" v="177" actId="1076"/>
          <ac:spMkLst>
            <pc:docMk/>
            <pc:sldMk cId="765704389" sldId="284"/>
            <ac:spMk id="17" creationId="{34F2D36B-3F86-EF63-3E9F-6B2F23A27777}"/>
          </ac:spMkLst>
        </pc:spChg>
        <pc:spChg chg="add mod">
          <ac:chgData name="Paula Valeria Viotti Moreira" userId="3bce9171-05b4-4a77-95f0-b408369d2250" providerId="ADAL" clId="{E65FE90E-66A4-4CD0-BC51-BF39850176AC}" dt="2026-09-24T16:40:32.462" v="179" actId="14100"/>
          <ac:spMkLst>
            <pc:docMk/>
            <pc:sldMk cId="765704389" sldId="284"/>
            <ac:spMk id="18" creationId="{7FF23C0B-97B9-E344-2828-56FB22D1865F}"/>
          </ac:spMkLst>
        </pc:spChg>
        <pc:picChg chg="del">
          <ac:chgData name="Paula Valeria Viotti Moreira" userId="3bce9171-05b4-4a77-95f0-b408369d2250" providerId="ADAL" clId="{E65FE90E-66A4-4CD0-BC51-BF39850176AC}" dt="2026-09-24T16:40:03.150" v="174" actId="478"/>
          <ac:picMkLst>
            <pc:docMk/>
            <pc:sldMk cId="765704389" sldId="284"/>
            <ac:picMk id="5" creationId="{806E15A1-9D3C-77F8-C097-C41A9C9DB82E}"/>
          </ac:picMkLst>
        </pc:picChg>
        <pc:cxnChg chg="del">
          <ac:chgData name="Paula Valeria Viotti Moreira" userId="3bce9171-05b4-4a77-95f0-b408369d2250" providerId="ADAL" clId="{E65FE90E-66A4-4CD0-BC51-BF39850176AC}" dt="2026-09-24T16:40:03.995" v="175" actId="478"/>
          <ac:cxnSpMkLst>
            <pc:docMk/>
            <pc:sldMk cId="765704389" sldId="284"/>
            <ac:cxnSpMk id="8" creationId="{D172C17A-1469-E325-2371-06FFF1A2D39D}"/>
          </ac:cxnSpMkLst>
        </pc:cxnChg>
      </pc:sldChg>
      <pc:sldChg chg="addSp delSp modSp add mod delAnim">
        <pc:chgData name="Paula Valeria Viotti Moreira" userId="3bce9171-05b4-4a77-95f0-b408369d2250" providerId="ADAL" clId="{E65FE90E-66A4-4CD0-BC51-BF39850176AC}" dt="2026-09-24T16:43:36.950" v="239" actId="1076"/>
        <pc:sldMkLst>
          <pc:docMk/>
          <pc:sldMk cId="1813180106" sldId="285"/>
        </pc:sldMkLst>
        <pc:spChg chg="del">
          <ac:chgData name="Paula Valeria Viotti Moreira" userId="3bce9171-05b4-4a77-95f0-b408369d2250" providerId="ADAL" clId="{E65FE90E-66A4-4CD0-BC51-BF39850176AC}" dt="2026-09-24T16:40:59.259" v="181" actId="478"/>
          <ac:spMkLst>
            <pc:docMk/>
            <pc:sldMk cId="1813180106" sldId="285"/>
            <ac:spMk id="3" creationId="{D5DB923F-9CD0-2985-26AF-158A28FC27BC}"/>
          </ac:spMkLst>
        </pc:spChg>
        <pc:spChg chg="add del mod">
          <ac:chgData name="Paula Valeria Viotti Moreira" userId="3bce9171-05b4-4a77-95f0-b408369d2250" providerId="ADAL" clId="{E65FE90E-66A4-4CD0-BC51-BF39850176AC}" dt="2026-09-24T16:42:05.746" v="199" actId="478"/>
          <ac:spMkLst>
            <pc:docMk/>
            <pc:sldMk cId="1813180106" sldId="285"/>
            <ac:spMk id="4" creationId="{2A6350C6-28FA-709D-0077-A7B37CB4E9ED}"/>
          </ac:spMkLst>
        </pc:spChg>
        <pc:spChg chg="add mod">
          <ac:chgData name="Paula Valeria Viotti Moreira" userId="3bce9171-05b4-4a77-95f0-b408369d2250" providerId="ADAL" clId="{E65FE90E-66A4-4CD0-BC51-BF39850176AC}" dt="2026-09-24T16:41:41.696" v="193" actId="20577"/>
          <ac:spMkLst>
            <pc:docMk/>
            <pc:sldMk cId="1813180106" sldId="285"/>
            <ac:spMk id="5" creationId="{F8D932CA-8BA8-EE7F-27D9-B5A79ED1709B}"/>
          </ac:spMkLst>
        </pc:spChg>
        <pc:spChg chg="add mod">
          <ac:chgData name="Paula Valeria Viotti Moreira" userId="3bce9171-05b4-4a77-95f0-b408369d2250" providerId="ADAL" clId="{E65FE90E-66A4-4CD0-BC51-BF39850176AC}" dt="2026-09-24T16:42:19.170" v="229" actId="6549"/>
          <ac:spMkLst>
            <pc:docMk/>
            <pc:sldMk cId="1813180106" sldId="285"/>
            <ac:spMk id="7" creationId="{8FCE9918-9874-D720-05A7-97BF5D6E95FC}"/>
          </ac:spMkLst>
        </pc:spChg>
        <pc:spChg chg="del">
          <ac:chgData name="Paula Valeria Viotti Moreira" userId="3bce9171-05b4-4a77-95f0-b408369d2250" providerId="ADAL" clId="{E65FE90E-66A4-4CD0-BC51-BF39850176AC}" dt="2026-09-24T16:40:59.259" v="181" actId="478"/>
          <ac:spMkLst>
            <pc:docMk/>
            <pc:sldMk cId="1813180106" sldId="285"/>
            <ac:spMk id="9" creationId="{6CA6D37E-DA18-04A7-25B7-E0323407D27D}"/>
          </ac:spMkLst>
        </pc:spChg>
        <pc:spChg chg="del">
          <ac:chgData name="Paula Valeria Viotti Moreira" userId="3bce9171-05b4-4a77-95f0-b408369d2250" providerId="ADAL" clId="{E65FE90E-66A4-4CD0-BC51-BF39850176AC}" dt="2026-09-24T16:40:59.259" v="181" actId="478"/>
          <ac:spMkLst>
            <pc:docMk/>
            <pc:sldMk cId="1813180106" sldId="285"/>
            <ac:spMk id="10" creationId="{B3F8371F-EE63-38BA-9E8B-FCBFB001E99F}"/>
          </ac:spMkLst>
        </pc:spChg>
        <pc:spChg chg="del">
          <ac:chgData name="Paula Valeria Viotti Moreira" userId="3bce9171-05b4-4a77-95f0-b408369d2250" providerId="ADAL" clId="{E65FE90E-66A4-4CD0-BC51-BF39850176AC}" dt="2026-09-24T16:40:59.259" v="181" actId="478"/>
          <ac:spMkLst>
            <pc:docMk/>
            <pc:sldMk cId="1813180106" sldId="285"/>
            <ac:spMk id="11" creationId="{1DD8E3C8-4A9F-B137-0A35-CC0D11BFFFBC}"/>
          </ac:spMkLst>
        </pc:spChg>
        <pc:spChg chg="del">
          <ac:chgData name="Paula Valeria Viotti Moreira" userId="3bce9171-05b4-4a77-95f0-b408369d2250" providerId="ADAL" clId="{E65FE90E-66A4-4CD0-BC51-BF39850176AC}" dt="2026-09-24T16:40:59.259" v="181" actId="478"/>
          <ac:spMkLst>
            <pc:docMk/>
            <pc:sldMk cId="1813180106" sldId="285"/>
            <ac:spMk id="12" creationId="{8E90A45E-B179-9EF7-DB8E-E46FD76FF5CD}"/>
          </ac:spMkLst>
        </pc:spChg>
        <pc:spChg chg="del">
          <ac:chgData name="Paula Valeria Viotti Moreira" userId="3bce9171-05b4-4a77-95f0-b408369d2250" providerId="ADAL" clId="{E65FE90E-66A4-4CD0-BC51-BF39850176AC}" dt="2026-09-24T16:40:59.259" v="181" actId="478"/>
          <ac:spMkLst>
            <pc:docMk/>
            <pc:sldMk cId="1813180106" sldId="285"/>
            <ac:spMk id="13" creationId="{60EC620A-E50A-AD2A-2AC0-F5A29638D38E}"/>
          </ac:spMkLst>
        </pc:spChg>
        <pc:spChg chg="del">
          <ac:chgData name="Paula Valeria Viotti Moreira" userId="3bce9171-05b4-4a77-95f0-b408369d2250" providerId="ADAL" clId="{E65FE90E-66A4-4CD0-BC51-BF39850176AC}" dt="2026-09-24T16:40:59.259" v="181" actId="478"/>
          <ac:spMkLst>
            <pc:docMk/>
            <pc:sldMk cId="1813180106" sldId="285"/>
            <ac:spMk id="14" creationId="{E2249A18-E591-9182-0550-21DBDE26E62E}"/>
          </ac:spMkLst>
        </pc:spChg>
        <pc:spChg chg="del">
          <ac:chgData name="Paula Valeria Viotti Moreira" userId="3bce9171-05b4-4a77-95f0-b408369d2250" providerId="ADAL" clId="{E65FE90E-66A4-4CD0-BC51-BF39850176AC}" dt="2026-09-24T16:40:59.259" v="181" actId="478"/>
          <ac:spMkLst>
            <pc:docMk/>
            <pc:sldMk cId="1813180106" sldId="285"/>
            <ac:spMk id="15" creationId="{94E6C073-BA3D-F969-CB38-3669249143AC}"/>
          </ac:spMkLst>
        </pc:spChg>
        <pc:spChg chg="del">
          <ac:chgData name="Paula Valeria Viotti Moreira" userId="3bce9171-05b4-4a77-95f0-b408369d2250" providerId="ADAL" clId="{E65FE90E-66A4-4CD0-BC51-BF39850176AC}" dt="2026-09-24T16:40:59.259" v="181" actId="478"/>
          <ac:spMkLst>
            <pc:docMk/>
            <pc:sldMk cId="1813180106" sldId="285"/>
            <ac:spMk id="17" creationId="{90CF950C-F560-E46F-8FFF-9AF791D3A6E9}"/>
          </ac:spMkLst>
        </pc:spChg>
        <pc:spChg chg="del">
          <ac:chgData name="Paula Valeria Viotti Moreira" userId="3bce9171-05b4-4a77-95f0-b408369d2250" providerId="ADAL" clId="{E65FE90E-66A4-4CD0-BC51-BF39850176AC}" dt="2026-09-24T16:40:59.259" v="181" actId="478"/>
          <ac:spMkLst>
            <pc:docMk/>
            <pc:sldMk cId="1813180106" sldId="285"/>
            <ac:spMk id="18" creationId="{1488DD1F-2D69-E038-97EF-0B4339F361B3}"/>
          </ac:spMkLst>
        </pc:spChg>
        <pc:picChg chg="add mod">
          <ac:chgData name="Paula Valeria Viotti Moreira" userId="3bce9171-05b4-4a77-95f0-b408369d2250" providerId="ADAL" clId="{E65FE90E-66A4-4CD0-BC51-BF39850176AC}" dt="2026-09-24T16:43:36.950" v="239" actId="1076"/>
          <ac:picMkLst>
            <pc:docMk/>
            <pc:sldMk cId="1813180106" sldId="285"/>
            <ac:picMk id="6" creationId="{15ABE158-B8BF-A224-5F83-95F09EE733A2}"/>
          </ac:picMkLst>
        </pc:picChg>
      </pc:sldChg>
      <pc:sldChg chg="addSp delSp modSp add mod">
        <pc:chgData name="Paula Valeria Viotti Moreira" userId="3bce9171-05b4-4a77-95f0-b408369d2250" providerId="ADAL" clId="{E65FE90E-66A4-4CD0-BC51-BF39850176AC}" dt="2026-09-24T16:43:03.056" v="237" actId="20577"/>
        <pc:sldMkLst>
          <pc:docMk/>
          <pc:sldMk cId="550210627" sldId="286"/>
        </pc:sldMkLst>
        <pc:spChg chg="mod">
          <ac:chgData name="Paula Valeria Viotti Moreira" userId="3bce9171-05b4-4a77-95f0-b408369d2250" providerId="ADAL" clId="{E65FE90E-66A4-4CD0-BC51-BF39850176AC}" dt="2026-09-24T16:43:03.056" v="237" actId="20577"/>
          <ac:spMkLst>
            <pc:docMk/>
            <pc:sldMk cId="550210627" sldId="286"/>
            <ac:spMk id="5" creationId="{A62F8900-36C1-F71B-534A-2F18F43CD46F}"/>
          </ac:spMkLst>
        </pc:spChg>
        <pc:picChg chg="add mod">
          <ac:chgData name="Paula Valeria Viotti Moreira" userId="3bce9171-05b4-4a77-95f0-b408369d2250" providerId="ADAL" clId="{E65FE90E-66A4-4CD0-BC51-BF39850176AC}" dt="2026-09-24T16:42:58.055" v="234" actId="1076"/>
          <ac:picMkLst>
            <pc:docMk/>
            <pc:sldMk cId="550210627" sldId="286"/>
            <ac:picMk id="3" creationId="{0C28329C-6D04-478A-FBDE-15C5B60E749E}"/>
          </ac:picMkLst>
        </pc:picChg>
        <pc:picChg chg="del">
          <ac:chgData name="Paula Valeria Viotti Moreira" userId="3bce9171-05b4-4a77-95f0-b408369d2250" providerId="ADAL" clId="{E65FE90E-66A4-4CD0-BC51-BF39850176AC}" dt="2026-09-24T16:42:50.281" v="232" actId="478"/>
          <ac:picMkLst>
            <pc:docMk/>
            <pc:sldMk cId="550210627" sldId="286"/>
            <ac:picMk id="6" creationId="{1A8358AC-0616-3536-992E-323BDDA16E9E}"/>
          </ac:picMkLst>
        </pc:picChg>
      </pc:sldChg>
      <pc:sldChg chg="add del ord">
        <pc:chgData name="Paula Valeria Viotti Moreira" userId="3bce9171-05b4-4a77-95f0-b408369d2250" providerId="ADAL" clId="{E65FE90E-66A4-4CD0-BC51-BF39850176AC}" dt="2026-09-24T16:52:21.211" v="391" actId="47"/>
        <pc:sldMkLst>
          <pc:docMk/>
          <pc:sldMk cId="584468700" sldId="287"/>
        </pc:sldMkLst>
      </pc:sldChg>
      <pc:sldChg chg="addSp delSp modSp add mod">
        <pc:chgData name="Paula Valeria Viotti Moreira" userId="3bce9171-05b4-4a77-95f0-b408369d2250" providerId="ADAL" clId="{E65FE90E-66A4-4CD0-BC51-BF39850176AC}" dt="2026-09-24T17:14:26.818" v="666" actId="113"/>
        <pc:sldMkLst>
          <pc:docMk/>
          <pc:sldMk cId="3962625569" sldId="287"/>
        </pc:sldMkLst>
        <pc:spChg chg="mod">
          <ac:chgData name="Paula Valeria Viotti Moreira" userId="3bce9171-05b4-4a77-95f0-b408369d2250" providerId="ADAL" clId="{E65FE90E-66A4-4CD0-BC51-BF39850176AC}" dt="2026-09-24T16:55:05.378" v="427" actId="2711"/>
          <ac:spMkLst>
            <pc:docMk/>
            <pc:sldMk cId="3962625569" sldId="287"/>
            <ac:spMk id="3" creationId="{67575365-CA57-48D4-E053-F69AF9AE030E}"/>
          </ac:spMkLst>
        </pc:spChg>
        <pc:spChg chg="del">
          <ac:chgData name="Paula Valeria Viotti Moreira" userId="3bce9171-05b4-4a77-95f0-b408369d2250" providerId="ADAL" clId="{E65FE90E-66A4-4CD0-BC51-BF39850176AC}" dt="2026-09-24T16:53:30.331" v="402" actId="478"/>
          <ac:spMkLst>
            <pc:docMk/>
            <pc:sldMk cId="3962625569" sldId="287"/>
            <ac:spMk id="6" creationId="{C3C7E5A8-C1EC-8B0D-7F1F-5C640579ABD4}"/>
          </ac:spMkLst>
        </pc:spChg>
        <pc:spChg chg="del mod">
          <ac:chgData name="Paula Valeria Viotti Moreira" userId="3bce9171-05b4-4a77-95f0-b408369d2250" providerId="ADAL" clId="{E65FE90E-66A4-4CD0-BC51-BF39850176AC}" dt="2026-09-24T16:53:30.331" v="402" actId="478"/>
          <ac:spMkLst>
            <pc:docMk/>
            <pc:sldMk cId="3962625569" sldId="287"/>
            <ac:spMk id="7" creationId="{6B170378-2019-60CD-874E-95DD11473379}"/>
          </ac:spMkLst>
        </pc:spChg>
        <pc:spChg chg="del">
          <ac:chgData name="Paula Valeria Viotti Moreira" userId="3bce9171-05b4-4a77-95f0-b408369d2250" providerId="ADAL" clId="{E65FE90E-66A4-4CD0-BC51-BF39850176AC}" dt="2026-09-24T16:53:30.331" v="402" actId="478"/>
          <ac:spMkLst>
            <pc:docMk/>
            <pc:sldMk cId="3962625569" sldId="287"/>
            <ac:spMk id="8" creationId="{EFE26CC1-45C7-864D-E614-225498119DD0}"/>
          </ac:spMkLst>
        </pc:spChg>
        <pc:spChg chg="del">
          <ac:chgData name="Paula Valeria Viotti Moreira" userId="3bce9171-05b4-4a77-95f0-b408369d2250" providerId="ADAL" clId="{E65FE90E-66A4-4CD0-BC51-BF39850176AC}" dt="2026-09-24T16:53:30.331" v="402" actId="478"/>
          <ac:spMkLst>
            <pc:docMk/>
            <pc:sldMk cId="3962625569" sldId="287"/>
            <ac:spMk id="9" creationId="{1294BB9B-B0B7-54CA-9D1D-20589F815D0F}"/>
          </ac:spMkLst>
        </pc:spChg>
        <pc:spChg chg="del">
          <ac:chgData name="Paula Valeria Viotti Moreira" userId="3bce9171-05b4-4a77-95f0-b408369d2250" providerId="ADAL" clId="{E65FE90E-66A4-4CD0-BC51-BF39850176AC}" dt="2026-09-24T16:53:26.548" v="400" actId="478"/>
          <ac:spMkLst>
            <pc:docMk/>
            <pc:sldMk cId="3962625569" sldId="287"/>
            <ac:spMk id="10" creationId="{1B976036-657C-CADE-AE14-3B79B53DB6F4}"/>
          </ac:spMkLst>
        </pc:spChg>
        <pc:spChg chg="add mod">
          <ac:chgData name="Paula Valeria Viotti Moreira" userId="3bce9171-05b4-4a77-95f0-b408369d2250" providerId="ADAL" clId="{E65FE90E-66A4-4CD0-BC51-BF39850176AC}" dt="2026-09-24T16:54:00.755" v="408" actId="403"/>
          <ac:spMkLst>
            <pc:docMk/>
            <pc:sldMk cId="3962625569" sldId="287"/>
            <ac:spMk id="11" creationId="{53B56E6A-76A4-717B-01F0-E61C12753458}"/>
          </ac:spMkLst>
        </pc:spChg>
        <pc:spChg chg="add mod">
          <ac:chgData name="Paula Valeria Viotti Moreira" userId="3bce9171-05b4-4a77-95f0-b408369d2250" providerId="ADAL" clId="{E65FE90E-66A4-4CD0-BC51-BF39850176AC}" dt="2026-09-24T17:14:26.818" v="666" actId="113"/>
          <ac:spMkLst>
            <pc:docMk/>
            <pc:sldMk cId="3962625569" sldId="287"/>
            <ac:spMk id="12" creationId="{DC172321-B1BA-EB6F-4583-3D0852C465BD}"/>
          </ac:spMkLst>
        </pc:spChg>
        <pc:picChg chg="add mod">
          <ac:chgData name="Paula Valeria Viotti Moreira" userId="3bce9171-05b4-4a77-95f0-b408369d2250" providerId="ADAL" clId="{E65FE90E-66A4-4CD0-BC51-BF39850176AC}" dt="2026-09-24T16:54:12.016" v="410" actId="1076"/>
          <ac:picMkLst>
            <pc:docMk/>
            <pc:sldMk cId="3962625569" sldId="287"/>
            <ac:picMk id="4" creationId="{E0E48800-2587-765B-359D-23A8E9CE951F}"/>
          </ac:picMkLst>
        </pc:picChg>
        <pc:picChg chg="del">
          <ac:chgData name="Paula Valeria Viotti Moreira" userId="3bce9171-05b4-4a77-95f0-b408369d2250" providerId="ADAL" clId="{E65FE90E-66A4-4CD0-BC51-BF39850176AC}" dt="2026-09-24T16:53:30.331" v="402" actId="478"/>
          <ac:picMkLst>
            <pc:docMk/>
            <pc:sldMk cId="3962625569" sldId="287"/>
            <ac:picMk id="5" creationId="{1D117D80-C6E5-584D-8DFD-E1CCC5E4EE0B}"/>
          </ac:picMkLst>
        </pc:picChg>
      </pc:sldChg>
      <pc:sldChg chg="modSp add mod">
        <pc:chgData name="Paula Valeria Viotti Moreira" userId="3bce9171-05b4-4a77-95f0-b408369d2250" providerId="ADAL" clId="{E65FE90E-66A4-4CD0-BC51-BF39850176AC}" dt="2026-09-24T16:55:18.203" v="429" actId="14100"/>
        <pc:sldMkLst>
          <pc:docMk/>
          <pc:sldMk cId="4185472959" sldId="288"/>
        </pc:sldMkLst>
        <pc:spChg chg="mod">
          <ac:chgData name="Paula Valeria Viotti Moreira" userId="3bce9171-05b4-4a77-95f0-b408369d2250" providerId="ADAL" clId="{E65FE90E-66A4-4CD0-BC51-BF39850176AC}" dt="2026-09-24T16:55:18.203" v="429" actId="14100"/>
          <ac:spMkLst>
            <pc:docMk/>
            <pc:sldMk cId="4185472959" sldId="288"/>
            <ac:spMk id="3" creationId="{B0BCBBFB-1582-3481-A972-F620AD81085F}"/>
          </ac:spMkLst>
        </pc:spChg>
      </pc:sldChg>
      <pc:sldChg chg="delSp modSp add mod ord">
        <pc:chgData name="Paula Valeria Viotti Moreira" userId="3bce9171-05b4-4a77-95f0-b408369d2250" providerId="ADAL" clId="{E65FE90E-66A4-4CD0-BC51-BF39850176AC}" dt="2026-09-24T16:58:14.391" v="451" actId="113"/>
        <pc:sldMkLst>
          <pc:docMk/>
          <pc:sldMk cId="437698490" sldId="289"/>
        </pc:sldMkLst>
        <pc:spChg chg="mod">
          <ac:chgData name="Paula Valeria Viotti Moreira" userId="3bce9171-05b4-4a77-95f0-b408369d2250" providerId="ADAL" clId="{E65FE90E-66A4-4CD0-BC51-BF39850176AC}" dt="2026-09-24T16:58:14.391" v="451" actId="113"/>
          <ac:spMkLst>
            <pc:docMk/>
            <pc:sldMk cId="437698490" sldId="289"/>
            <ac:spMk id="3" creationId="{B626E2BE-2D56-2536-6313-F8B7067C126C}"/>
          </ac:spMkLst>
        </pc:spChg>
        <pc:picChg chg="del">
          <ac:chgData name="Paula Valeria Viotti Moreira" userId="3bce9171-05b4-4a77-95f0-b408369d2250" providerId="ADAL" clId="{E65FE90E-66A4-4CD0-BC51-BF39850176AC}" dt="2026-09-24T16:56:00.701" v="433" actId="478"/>
          <ac:picMkLst>
            <pc:docMk/>
            <pc:sldMk cId="437698490" sldId="289"/>
            <ac:picMk id="4" creationId="{13411C54-E686-3621-2293-21EADA181714}"/>
          </ac:picMkLst>
        </pc:picChg>
        <pc:picChg chg="del">
          <ac:chgData name="Paula Valeria Viotti Moreira" userId="3bce9171-05b4-4a77-95f0-b408369d2250" providerId="ADAL" clId="{E65FE90E-66A4-4CD0-BC51-BF39850176AC}" dt="2026-09-24T16:56:01.152" v="434" actId="478"/>
          <ac:picMkLst>
            <pc:docMk/>
            <pc:sldMk cId="437698490" sldId="289"/>
            <ac:picMk id="5" creationId="{5351E413-C71A-3074-2CF2-5FE84E7EFC32}"/>
          </ac:picMkLst>
        </pc:picChg>
      </pc:sldChg>
      <pc:sldChg chg="addSp delSp modSp add mod delAnim modAnim">
        <pc:chgData name="Paula Valeria Viotti Moreira" userId="3bce9171-05b4-4a77-95f0-b408369d2250" providerId="ADAL" clId="{E65FE90E-66A4-4CD0-BC51-BF39850176AC}" dt="2026-09-24T17:05:36.994" v="572" actId="5793"/>
        <pc:sldMkLst>
          <pc:docMk/>
          <pc:sldMk cId="4010184046" sldId="290"/>
        </pc:sldMkLst>
        <pc:spChg chg="add mod">
          <ac:chgData name="Paula Valeria Viotti Moreira" userId="3bce9171-05b4-4a77-95f0-b408369d2250" providerId="ADAL" clId="{E65FE90E-66A4-4CD0-BC51-BF39850176AC}" dt="2026-09-24T17:05:23.555" v="570" actId="1076"/>
          <ac:spMkLst>
            <pc:docMk/>
            <pc:sldMk cId="4010184046" sldId="290"/>
            <ac:spMk id="2" creationId="{065760D1-4478-A83E-7015-D9D8896144AD}"/>
          </ac:spMkLst>
        </pc:spChg>
        <pc:spChg chg="mod">
          <ac:chgData name="Paula Valeria Viotti Moreira" userId="3bce9171-05b4-4a77-95f0-b408369d2250" providerId="ADAL" clId="{E65FE90E-66A4-4CD0-BC51-BF39850176AC}" dt="2026-09-24T17:05:36.994" v="572" actId="5793"/>
          <ac:spMkLst>
            <pc:docMk/>
            <pc:sldMk cId="4010184046" sldId="290"/>
            <ac:spMk id="5" creationId="{5D72231E-2AB4-F44C-F218-A759E2B40C88}"/>
          </ac:spMkLst>
        </pc:spChg>
        <pc:spChg chg="del">
          <ac:chgData name="Paula Valeria Viotti Moreira" userId="3bce9171-05b4-4a77-95f0-b408369d2250" providerId="ADAL" clId="{E65FE90E-66A4-4CD0-BC51-BF39850176AC}" dt="2026-09-24T17:05:07.318" v="566" actId="478"/>
          <ac:spMkLst>
            <pc:docMk/>
            <pc:sldMk cId="4010184046" sldId="290"/>
            <ac:spMk id="7" creationId="{7C072223-8F1C-09E9-9C05-AB7BB8C3A8E7}"/>
          </ac:spMkLst>
        </pc:spChg>
        <pc:picChg chg="del">
          <ac:chgData name="Paula Valeria Viotti Moreira" userId="3bce9171-05b4-4a77-95f0-b408369d2250" providerId="ADAL" clId="{E65FE90E-66A4-4CD0-BC51-BF39850176AC}" dt="2026-09-24T17:05:07.760" v="567" actId="478"/>
          <ac:picMkLst>
            <pc:docMk/>
            <pc:sldMk cId="4010184046" sldId="290"/>
            <ac:picMk id="4" creationId="{9967E087-FE06-C254-A87C-653BB143A4EB}"/>
          </ac:picMkLst>
        </pc:picChg>
        <pc:picChg chg="del">
          <ac:chgData name="Paula Valeria Viotti Moreira" userId="3bce9171-05b4-4a77-95f0-b408369d2250" providerId="ADAL" clId="{E65FE90E-66A4-4CD0-BC51-BF39850176AC}" dt="2026-09-24T17:05:06.917" v="565" actId="478"/>
          <ac:picMkLst>
            <pc:docMk/>
            <pc:sldMk cId="4010184046" sldId="290"/>
            <ac:picMk id="6" creationId="{EA091C90-3668-4350-1928-0A0B98BCB724}"/>
          </ac:picMkLst>
        </pc:picChg>
        <pc:picChg chg="add mod">
          <ac:chgData name="Paula Valeria Viotti Moreira" userId="3bce9171-05b4-4a77-95f0-b408369d2250" providerId="ADAL" clId="{E65FE90E-66A4-4CD0-BC51-BF39850176AC}" dt="2026-09-24T17:05:23.555" v="570" actId="1076"/>
          <ac:picMkLst>
            <pc:docMk/>
            <pc:sldMk cId="4010184046" sldId="290"/>
            <ac:picMk id="8" creationId="{69A71EAF-004C-952C-4B6E-F8BF02ADD5B0}"/>
          </ac:picMkLst>
        </pc:picChg>
        <pc:picChg chg="add mod">
          <ac:chgData name="Paula Valeria Viotti Moreira" userId="3bce9171-05b4-4a77-95f0-b408369d2250" providerId="ADAL" clId="{E65FE90E-66A4-4CD0-BC51-BF39850176AC}" dt="2026-09-24T17:05:19.391" v="569" actId="1076"/>
          <ac:picMkLst>
            <pc:docMk/>
            <pc:sldMk cId="4010184046" sldId="290"/>
            <ac:picMk id="9" creationId="{DB2C0ABB-5044-EB8E-81C8-540FD9B05848}"/>
          </ac:picMkLst>
        </pc:picChg>
      </pc:sldChg>
      <pc:sldChg chg="addSp delSp modSp add mod ord modAnim">
        <pc:chgData name="Paula Valeria Viotti Moreira" userId="3bce9171-05b4-4a77-95f0-b408369d2250" providerId="ADAL" clId="{E65FE90E-66A4-4CD0-BC51-BF39850176AC}" dt="2026-09-24T17:10:05.107" v="645" actId="1037"/>
        <pc:sldMkLst>
          <pc:docMk/>
          <pc:sldMk cId="2988894915" sldId="291"/>
        </pc:sldMkLst>
        <pc:spChg chg="del mod">
          <ac:chgData name="Paula Valeria Viotti Moreira" userId="3bce9171-05b4-4a77-95f0-b408369d2250" providerId="ADAL" clId="{E65FE90E-66A4-4CD0-BC51-BF39850176AC}" dt="2026-09-24T17:08:18.580" v="626" actId="478"/>
          <ac:spMkLst>
            <pc:docMk/>
            <pc:sldMk cId="2988894915" sldId="291"/>
            <ac:spMk id="2" creationId="{A372DAFC-A1DB-339D-019D-C8BC3BF6FC5C}"/>
          </ac:spMkLst>
        </pc:spChg>
        <pc:spChg chg="add mod">
          <ac:chgData name="Paula Valeria Viotti Moreira" userId="3bce9171-05b4-4a77-95f0-b408369d2250" providerId="ADAL" clId="{E65FE90E-66A4-4CD0-BC51-BF39850176AC}" dt="2026-09-24T17:09:08.312" v="631" actId="1076"/>
          <ac:spMkLst>
            <pc:docMk/>
            <pc:sldMk cId="2988894915" sldId="291"/>
            <ac:spMk id="4" creationId="{C932F366-0652-D80E-6165-65A3962DCCB4}"/>
          </ac:spMkLst>
        </pc:spChg>
        <pc:spChg chg="del">
          <ac:chgData name="Paula Valeria Viotti Moreira" userId="3bce9171-05b4-4a77-95f0-b408369d2250" providerId="ADAL" clId="{E65FE90E-66A4-4CD0-BC51-BF39850176AC}" dt="2026-09-24T17:08:00.526" v="620" actId="478"/>
          <ac:spMkLst>
            <pc:docMk/>
            <pc:sldMk cId="2988894915" sldId="291"/>
            <ac:spMk id="5" creationId="{9DA60D4B-9065-4F3F-B0F3-1CCF9236F3BB}"/>
          </ac:spMkLst>
        </pc:spChg>
        <pc:spChg chg="add mod">
          <ac:chgData name="Paula Valeria Viotti Moreira" userId="3bce9171-05b4-4a77-95f0-b408369d2250" providerId="ADAL" clId="{E65FE90E-66A4-4CD0-BC51-BF39850176AC}" dt="2026-09-24T17:09:02.600" v="630" actId="1076"/>
          <ac:spMkLst>
            <pc:docMk/>
            <pc:sldMk cId="2988894915" sldId="291"/>
            <ac:spMk id="6" creationId="{9602A8AD-CF1C-BE07-94A1-8B5060A0DDA8}"/>
          </ac:spMkLst>
        </pc:spChg>
        <pc:spChg chg="mod">
          <ac:chgData name="Paula Valeria Viotti Moreira" userId="3bce9171-05b4-4a77-95f0-b408369d2250" providerId="ADAL" clId="{E65FE90E-66A4-4CD0-BC51-BF39850176AC}" dt="2026-09-24T17:10:05.107" v="645" actId="1037"/>
          <ac:spMkLst>
            <pc:docMk/>
            <pc:sldMk cId="2988894915" sldId="291"/>
            <ac:spMk id="7" creationId="{F691FA5E-7376-1CAA-9D3C-2F605DC12689}"/>
          </ac:spMkLst>
        </pc:spChg>
        <pc:spChg chg="add mod">
          <ac:chgData name="Paula Valeria Viotti Moreira" userId="3bce9171-05b4-4a77-95f0-b408369d2250" providerId="ADAL" clId="{E65FE90E-66A4-4CD0-BC51-BF39850176AC}" dt="2026-09-24T17:09:02.600" v="630" actId="1076"/>
          <ac:spMkLst>
            <pc:docMk/>
            <pc:sldMk cId="2988894915" sldId="291"/>
            <ac:spMk id="8" creationId="{E1A5DF8A-05F2-B2FF-86E1-3EA2EDD4AD16}"/>
          </ac:spMkLst>
        </pc:spChg>
        <pc:spChg chg="add mod">
          <ac:chgData name="Paula Valeria Viotti Moreira" userId="3bce9171-05b4-4a77-95f0-b408369d2250" providerId="ADAL" clId="{E65FE90E-66A4-4CD0-BC51-BF39850176AC}" dt="2026-09-24T17:09:02.600" v="630" actId="1076"/>
          <ac:spMkLst>
            <pc:docMk/>
            <pc:sldMk cId="2988894915" sldId="291"/>
            <ac:spMk id="9" creationId="{3B2E8313-CFF5-B9C9-4CD0-795CAD3F9475}"/>
          </ac:spMkLst>
        </pc:spChg>
        <pc:spChg chg="add mod">
          <ac:chgData name="Paula Valeria Viotti Moreira" userId="3bce9171-05b4-4a77-95f0-b408369d2250" providerId="ADAL" clId="{E65FE90E-66A4-4CD0-BC51-BF39850176AC}" dt="2026-09-24T17:09:02.600" v="630" actId="1076"/>
          <ac:spMkLst>
            <pc:docMk/>
            <pc:sldMk cId="2988894915" sldId="291"/>
            <ac:spMk id="10" creationId="{E5057A58-22CF-EF72-4813-9D24811AA538}"/>
          </ac:spMkLst>
        </pc:spChg>
        <pc:spChg chg="add mod">
          <ac:chgData name="Paula Valeria Viotti Moreira" userId="3bce9171-05b4-4a77-95f0-b408369d2250" providerId="ADAL" clId="{E65FE90E-66A4-4CD0-BC51-BF39850176AC}" dt="2026-09-24T17:09:02.600" v="630" actId="1076"/>
          <ac:spMkLst>
            <pc:docMk/>
            <pc:sldMk cId="2988894915" sldId="291"/>
            <ac:spMk id="12" creationId="{B4CE81FC-43D0-B901-4B44-32611784EFE8}"/>
          </ac:spMkLst>
        </pc:spChg>
        <pc:spChg chg="add mod">
          <ac:chgData name="Paula Valeria Viotti Moreira" userId="3bce9171-05b4-4a77-95f0-b408369d2250" providerId="ADAL" clId="{E65FE90E-66A4-4CD0-BC51-BF39850176AC}" dt="2026-09-24T17:08:55.322" v="629" actId="1076"/>
          <ac:spMkLst>
            <pc:docMk/>
            <pc:sldMk cId="2988894915" sldId="291"/>
            <ac:spMk id="15" creationId="{47D472A9-8576-13C5-6B8A-98FE19532DBF}"/>
          </ac:spMkLst>
        </pc:spChg>
        <pc:spChg chg="add mod">
          <ac:chgData name="Paula Valeria Viotti Moreira" userId="3bce9171-05b4-4a77-95f0-b408369d2250" providerId="ADAL" clId="{E65FE90E-66A4-4CD0-BC51-BF39850176AC}" dt="2026-09-24T17:09:27.900" v="634" actId="14100"/>
          <ac:spMkLst>
            <pc:docMk/>
            <pc:sldMk cId="2988894915" sldId="291"/>
            <ac:spMk id="16" creationId="{F39AC9F5-7CAD-3F11-8A86-69FD0681DB53}"/>
          </ac:spMkLst>
        </pc:spChg>
        <pc:spChg chg="add mod">
          <ac:chgData name="Paula Valeria Viotti Moreira" userId="3bce9171-05b4-4a77-95f0-b408369d2250" providerId="ADAL" clId="{E65FE90E-66A4-4CD0-BC51-BF39850176AC}" dt="2026-09-24T17:09:31.530" v="635" actId="1076"/>
          <ac:spMkLst>
            <pc:docMk/>
            <pc:sldMk cId="2988894915" sldId="291"/>
            <ac:spMk id="17" creationId="{A02AABB0-E881-DD3A-F441-BEBFFE189B7C}"/>
          </ac:spMkLst>
        </pc:spChg>
        <pc:spChg chg="add mod">
          <ac:chgData name="Paula Valeria Viotti Moreira" userId="3bce9171-05b4-4a77-95f0-b408369d2250" providerId="ADAL" clId="{E65FE90E-66A4-4CD0-BC51-BF39850176AC}" dt="2026-09-24T17:09:31.530" v="635" actId="1076"/>
          <ac:spMkLst>
            <pc:docMk/>
            <pc:sldMk cId="2988894915" sldId="291"/>
            <ac:spMk id="18" creationId="{BE1EEA14-FA6E-4D13-C4C9-AE14EFE5DE30}"/>
          </ac:spMkLst>
        </pc:spChg>
        <pc:spChg chg="add mod">
          <ac:chgData name="Paula Valeria Viotti Moreira" userId="3bce9171-05b4-4a77-95f0-b408369d2250" providerId="ADAL" clId="{E65FE90E-66A4-4CD0-BC51-BF39850176AC}" dt="2026-09-24T17:09:27.900" v="634" actId="14100"/>
          <ac:spMkLst>
            <pc:docMk/>
            <pc:sldMk cId="2988894915" sldId="291"/>
            <ac:spMk id="19" creationId="{231C1F74-2CC2-8A4C-BAC5-931895FA048E}"/>
          </ac:spMkLst>
        </pc:spChg>
        <pc:spChg chg="add mod">
          <ac:chgData name="Paula Valeria Viotti Moreira" userId="3bce9171-05b4-4a77-95f0-b408369d2250" providerId="ADAL" clId="{E65FE90E-66A4-4CD0-BC51-BF39850176AC}" dt="2026-09-24T17:09:44.072" v="638" actId="1038"/>
          <ac:spMkLst>
            <pc:docMk/>
            <pc:sldMk cId="2988894915" sldId="291"/>
            <ac:spMk id="20" creationId="{2926DF63-3D88-D639-BDBC-3D6452777CF7}"/>
          </ac:spMkLst>
        </pc:spChg>
        <pc:spChg chg="add mod">
          <ac:chgData name="Paula Valeria Viotti Moreira" userId="3bce9171-05b4-4a77-95f0-b408369d2250" providerId="ADAL" clId="{E65FE90E-66A4-4CD0-BC51-BF39850176AC}" dt="2026-09-24T17:09:35.778" v="636" actId="14100"/>
          <ac:spMkLst>
            <pc:docMk/>
            <pc:sldMk cId="2988894915" sldId="291"/>
            <ac:spMk id="21" creationId="{45BA3DBF-CB8C-3877-ABED-A7626B0C4BA3}"/>
          </ac:spMkLst>
        </pc:spChg>
        <pc:picChg chg="del">
          <ac:chgData name="Paula Valeria Viotti Moreira" userId="3bce9171-05b4-4a77-95f0-b408369d2250" providerId="ADAL" clId="{E65FE90E-66A4-4CD0-BC51-BF39850176AC}" dt="2026-09-24T17:07:34.562" v="618" actId="478"/>
          <ac:picMkLst>
            <pc:docMk/>
            <pc:sldMk cId="2988894915" sldId="291"/>
            <ac:picMk id="3" creationId="{73590691-076A-D99C-7985-ABADFE7CEA7C}"/>
          </ac:picMkLst>
        </pc:picChg>
        <pc:picChg chg="add mod">
          <ac:chgData name="Paula Valeria Viotti Moreira" userId="3bce9171-05b4-4a77-95f0-b408369d2250" providerId="ADAL" clId="{E65FE90E-66A4-4CD0-BC51-BF39850176AC}" dt="2026-09-24T17:09:02.600" v="630" actId="1076"/>
          <ac:picMkLst>
            <pc:docMk/>
            <pc:sldMk cId="2988894915" sldId="291"/>
            <ac:picMk id="11" creationId="{7910FC51-9296-C33F-CF2C-4F50143FDF67}"/>
          </ac:picMkLst>
        </pc:picChg>
        <pc:picChg chg="add mod">
          <ac:chgData name="Paula Valeria Viotti Moreira" userId="3bce9171-05b4-4a77-95f0-b408369d2250" providerId="ADAL" clId="{E65FE90E-66A4-4CD0-BC51-BF39850176AC}" dt="2026-09-24T17:09:02.600" v="630" actId="1076"/>
          <ac:picMkLst>
            <pc:docMk/>
            <pc:sldMk cId="2988894915" sldId="291"/>
            <ac:picMk id="13" creationId="{28DAE9E7-84F9-B504-8C40-361E30FC1EF7}"/>
          </ac:picMkLst>
        </pc:picChg>
        <pc:picChg chg="add mod">
          <ac:chgData name="Paula Valeria Viotti Moreira" userId="3bce9171-05b4-4a77-95f0-b408369d2250" providerId="ADAL" clId="{E65FE90E-66A4-4CD0-BC51-BF39850176AC}" dt="2026-09-24T17:09:11.529" v="632" actId="14100"/>
          <ac:picMkLst>
            <pc:docMk/>
            <pc:sldMk cId="2988894915" sldId="291"/>
            <ac:picMk id="14" creationId="{66EF3D1B-1001-2497-0B3F-430B5C70DF08}"/>
          </ac:picMkLst>
        </pc:picChg>
      </pc:sldChg>
      <pc:sldChg chg="addSp delSp modSp add mod delAnim">
        <pc:chgData name="Paula Valeria Viotti Moreira" userId="3bce9171-05b4-4a77-95f0-b408369d2250" providerId="ADAL" clId="{E65FE90E-66A4-4CD0-BC51-BF39850176AC}" dt="2026-09-24T17:11:17.088" v="659" actId="1076"/>
        <pc:sldMkLst>
          <pc:docMk/>
          <pc:sldMk cId="4047241938" sldId="292"/>
        </pc:sldMkLst>
        <pc:spChg chg="add mod">
          <ac:chgData name="Paula Valeria Viotti Moreira" userId="3bce9171-05b4-4a77-95f0-b408369d2250" providerId="ADAL" clId="{E65FE90E-66A4-4CD0-BC51-BF39850176AC}" dt="2026-09-24T17:11:05.280" v="656" actId="1076"/>
          <ac:spMkLst>
            <pc:docMk/>
            <pc:sldMk cId="4047241938" sldId="292"/>
            <ac:spMk id="2" creationId="{7FAC2FD3-9FAF-E64E-4785-BCA7A2E60C74}"/>
          </ac:spMkLst>
        </pc:spChg>
        <pc:spChg chg="del">
          <ac:chgData name="Paula Valeria Viotti Moreira" userId="3bce9171-05b4-4a77-95f0-b408369d2250" providerId="ADAL" clId="{E65FE90E-66A4-4CD0-BC51-BF39850176AC}" dt="2026-09-24T17:10:41.013" v="647" actId="478"/>
          <ac:spMkLst>
            <pc:docMk/>
            <pc:sldMk cId="4047241938" sldId="292"/>
            <ac:spMk id="4" creationId="{4C7143A8-6295-02E9-11D0-3F9319C74B8F}"/>
          </ac:spMkLst>
        </pc:spChg>
        <pc:spChg chg="del">
          <ac:chgData name="Paula Valeria Viotti Moreira" userId="3bce9171-05b4-4a77-95f0-b408369d2250" providerId="ADAL" clId="{E65FE90E-66A4-4CD0-BC51-BF39850176AC}" dt="2026-09-24T17:10:43.379" v="648" actId="478"/>
          <ac:spMkLst>
            <pc:docMk/>
            <pc:sldMk cId="4047241938" sldId="292"/>
            <ac:spMk id="6" creationId="{58019AA9-7FEC-6244-DAAB-964013E70E1D}"/>
          </ac:spMkLst>
        </pc:spChg>
        <pc:spChg chg="mod">
          <ac:chgData name="Paula Valeria Viotti Moreira" userId="3bce9171-05b4-4a77-95f0-b408369d2250" providerId="ADAL" clId="{E65FE90E-66A4-4CD0-BC51-BF39850176AC}" dt="2026-09-24T17:11:17.088" v="659" actId="1076"/>
          <ac:spMkLst>
            <pc:docMk/>
            <pc:sldMk cId="4047241938" sldId="292"/>
            <ac:spMk id="7" creationId="{4EEFB9B2-1E2C-F30E-E207-2B369825860E}"/>
          </ac:spMkLst>
        </pc:spChg>
        <pc:spChg chg="del">
          <ac:chgData name="Paula Valeria Viotti Moreira" userId="3bce9171-05b4-4a77-95f0-b408369d2250" providerId="ADAL" clId="{E65FE90E-66A4-4CD0-BC51-BF39850176AC}" dt="2026-09-24T17:10:43.379" v="648" actId="478"/>
          <ac:spMkLst>
            <pc:docMk/>
            <pc:sldMk cId="4047241938" sldId="292"/>
            <ac:spMk id="8" creationId="{2147AD8E-8E84-6527-53F4-CEEC8E354614}"/>
          </ac:spMkLst>
        </pc:spChg>
        <pc:spChg chg="del">
          <ac:chgData name="Paula Valeria Viotti Moreira" userId="3bce9171-05b4-4a77-95f0-b408369d2250" providerId="ADAL" clId="{E65FE90E-66A4-4CD0-BC51-BF39850176AC}" dt="2026-09-24T17:10:43.379" v="648" actId="478"/>
          <ac:spMkLst>
            <pc:docMk/>
            <pc:sldMk cId="4047241938" sldId="292"/>
            <ac:spMk id="9" creationId="{9ADA90A1-C207-8D36-E633-63FDD8070944}"/>
          </ac:spMkLst>
        </pc:spChg>
        <pc:spChg chg="del">
          <ac:chgData name="Paula Valeria Viotti Moreira" userId="3bce9171-05b4-4a77-95f0-b408369d2250" providerId="ADAL" clId="{E65FE90E-66A4-4CD0-BC51-BF39850176AC}" dt="2026-09-24T17:10:43.379" v="648" actId="478"/>
          <ac:spMkLst>
            <pc:docMk/>
            <pc:sldMk cId="4047241938" sldId="292"/>
            <ac:spMk id="10" creationId="{3DA43427-6A41-9839-FCC5-A4802026686D}"/>
          </ac:spMkLst>
        </pc:spChg>
        <pc:spChg chg="del">
          <ac:chgData name="Paula Valeria Viotti Moreira" userId="3bce9171-05b4-4a77-95f0-b408369d2250" providerId="ADAL" clId="{E65FE90E-66A4-4CD0-BC51-BF39850176AC}" dt="2026-09-24T17:10:43.379" v="648" actId="478"/>
          <ac:spMkLst>
            <pc:docMk/>
            <pc:sldMk cId="4047241938" sldId="292"/>
            <ac:spMk id="12" creationId="{63A7E19E-98F8-4318-099C-738A7E0208BB}"/>
          </ac:spMkLst>
        </pc:spChg>
        <pc:spChg chg="del">
          <ac:chgData name="Paula Valeria Viotti Moreira" userId="3bce9171-05b4-4a77-95f0-b408369d2250" providerId="ADAL" clId="{E65FE90E-66A4-4CD0-BC51-BF39850176AC}" dt="2026-09-24T17:10:48.409" v="653" actId="478"/>
          <ac:spMkLst>
            <pc:docMk/>
            <pc:sldMk cId="4047241938" sldId="292"/>
            <ac:spMk id="15" creationId="{87D2DFD4-6B67-1DB1-117B-7708067459BE}"/>
          </ac:spMkLst>
        </pc:spChg>
        <pc:spChg chg="del">
          <ac:chgData name="Paula Valeria Viotti Moreira" userId="3bce9171-05b4-4a77-95f0-b408369d2250" providerId="ADAL" clId="{E65FE90E-66A4-4CD0-BC51-BF39850176AC}" dt="2026-09-24T17:10:46.441" v="651" actId="478"/>
          <ac:spMkLst>
            <pc:docMk/>
            <pc:sldMk cId="4047241938" sldId="292"/>
            <ac:spMk id="16" creationId="{15F025D9-B4AC-9A3D-62BA-CE91F63F54B1}"/>
          </ac:spMkLst>
        </pc:spChg>
        <pc:spChg chg="del">
          <ac:chgData name="Paula Valeria Viotti Moreira" userId="3bce9171-05b4-4a77-95f0-b408369d2250" providerId="ADAL" clId="{E65FE90E-66A4-4CD0-BC51-BF39850176AC}" dt="2026-09-24T17:10:44.427" v="649" actId="478"/>
          <ac:spMkLst>
            <pc:docMk/>
            <pc:sldMk cId="4047241938" sldId="292"/>
            <ac:spMk id="17" creationId="{07EDC260-C33D-5BDF-8CF6-16DCF15ED909}"/>
          </ac:spMkLst>
        </pc:spChg>
        <pc:spChg chg="del mod">
          <ac:chgData name="Paula Valeria Viotti Moreira" userId="3bce9171-05b4-4a77-95f0-b408369d2250" providerId="ADAL" clId="{E65FE90E-66A4-4CD0-BC51-BF39850176AC}" dt="2026-09-24T17:10:50.257" v="654" actId="478"/>
          <ac:spMkLst>
            <pc:docMk/>
            <pc:sldMk cId="4047241938" sldId="292"/>
            <ac:spMk id="18" creationId="{C2126E8A-4436-9DF2-A24B-D4BBAED4C1B1}"/>
          </ac:spMkLst>
        </pc:spChg>
        <pc:spChg chg="del">
          <ac:chgData name="Paula Valeria Viotti Moreira" userId="3bce9171-05b4-4a77-95f0-b408369d2250" providerId="ADAL" clId="{E65FE90E-66A4-4CD0-BC51-BF39850176AC}" dt="2026-09-24T17:10:50.257" v="654" actId="478"/>
          <ac:spMkLst>
            <pc:docMk/>
            <pc:sldMk cId="4047241938" sldId="292"/>
            <ac:spMk id="19" creationId="{6D00045C-C510-A537-1456-CEB672587263}"/>
          </ac:spMkLst>
        </pc:spChg>
        <pc:spChg chg="del">
          <ac:chgData name="Paula Valeria Viotti Moreira" userId="3bce9171-05b4-4a77-95f0-b408369d2250" providerId="ADAL" clId="{E65FE90E-66A4-4CD0-BC51-BF39850176AC}" dt="2026-09-24T17:10:50.257" v="654" actId="478"/>
          <ac:spMkLst>
            <pc:docMk/>
            <pc:sldMk cId="4047241938" sldId="292"/>
            <ac:spMk id="20" creationId="{016D5D7B-5335-81BA-487D-E259191460A1}"/>
          </ac:spMkLst>
        </pc:spChg>
        <pc:spChg chg="del">
          <ac:chgData name="Paula Valeria Viotti Moreira" userId="3bce9171-05b4-4a77-95f0-b408369d2250" providerId="ADAL" clId="{E65FE90E-66A4-4CD0-BC51-BF39850176AC}" dt="2026-09-24T17:10:50.257" v="654" actId="478"/>
          <ac:spMkLst>
            <pc:docMk/>
            <pc:sldMk cId="4047241938" sldId="292"/>
            <ac:spMk id="21" creationId="{6693D0CE-DD10-68FB-74FC-172F3515D133}"/>
          </ac:spMkLst>
        </pc:spChg>
        <pc:picChg chg="add mod">
          <ac:chgData name="Paula Valeria Viotti Moreira" userId="3bce9171-05b4-4a77-95f0-b408369d2250" providerId="ADAL" clId="{E65FE90E-66A4-4CD0-BC51-BF39850176AC}" dt="2026-09-24T17:11:13.638" v="658" actId="1076"/>
          <ac:picMkLst>
            <pc:docMk/>
            <pc:sldMk cId="4047241938" sldId="292"/>
            <ac:picMk id="3" creationId="{D3FA2D66-D872-FFB9-DF48-2D0746210950}"/>
          </ac:picMkLst>
        </pc:picChg>
        <pc:picChg chg="add mod">
          <ac:chgData name="Paula Valeria Viotti Moreira" userId="3bce9171-05b4-4a77-95f0-b408369d2250" providerId="ADAL" clId="{E65FE90E-66A4-4CD0-BC51-BF39850176AC}" dt="2026-09-24T17:11:13.638" v="658" actId="1076"/>
          <ac:picMkLst>
            <pc:docMk/>
            <pc:sldMk cId="4047241938" sldId="292"/>
            <ac:picMk id="5" creationId="{56530CD1-D912-F727-0BF8-BD71AECDDE02}"/>
          </ac:picMkLst>
        </pc:picChg>
        <pc:picChg chg="del">
          <ac:chgData name="Paula Valeria Viotti Moreira" userId="3bce9171-05b4-4a77-95f0-b408369d2250" providerId="ADAL" clId="{E65FE90E-66A4-4CD0-BC51-BF39850176AC}" dt="2026-09-24T17:10:43.379" v="648" actId="478"/>
          <ac:picMkLst>
            <pc:docMk/>
            <pc:sldMk cId="4047241938" sldId="292"/>
            <ac:picMk id="11" creationId="{CEF3DD42-C156-C6C0-9742-E7B5E05212EB}"/>
          </ac:picMkLst>
        </pc:picChg>
        <pc:picChg chg="del">
          <ac:chgData name="Paula Valeria Viotti Moreira" userId="3bce9171-05b4-4a77-95f0-b408369d2250" providerId="ADAL" clId="{E65FE90E-66A4-4CD0-BC51-BF39850176AC}" dt="2026-09-24T17:10:43.379" v="648" actId="478"/>
          <ac:picMkLst>
            <pc:docMk/>
            <pc:sldMk cId="4047241938" sldId="292"/>
            <ac:picMk id="13" creationId="{D9AED4C0-770C-6991-7F4C-F192472EE3CF}"/>
          </ac:picMkLst>
        </pc:picChg>
        <pc:picChg chg="del">
          <ac:chgData name="Paula Valeria Viotti Moreira" userId="3bce9171-05b4-4a77-95f0-b408369d2250" providerId="ADAL" clId="{E65FE90E-66A4-4CD0-BC51-BF39850176AC}" dt="2026-09-24T17:10:47.675" v="652" actId="478"/>
          <ac:picMkLst>
            <pc:docMk/>
            <pc:sldMk cId="4047241938" sldId="292"/>
            <ac:picMk id="14" creationId="{AB3F35BC-3080-D43B-F82C-D92BC92CD96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3A5AC9C0-5B43-418D-E972-AD1FBEECD50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189EC83-B6DC-E54A-957A-729AEA66BD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D2C9-1FC2-4DBD-A182-F7E618FF8252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F9F5D78-A67C-470E-94B5-F25FF514621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88A4C74-905A-1442-2326-A5941FF9FA9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166508-3CEA-462A-98BD-9DEBECF7D8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59092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">
            <a:extLst>
              <a:ext uri="{FF2B5EF4-FFF2-40B4-BE49-F238E27FC236}">
                <a16:creationId xmlns:a16="http://schemas.microsoft.com/office/drawing/2014/main" id="{459BF5E5-B527-0E4B-7054-365251898B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32A65D21-CC31-E55C-BB62-CE1DB9EC0D44}"/>
              </a:ext>
            </a:extLst>
          </p:cNvPr>
          <p:cNvSpPr txBox="1"/>
          <p:nvPr userDrawn="1"/>
        </p:nvSpPr>
        <p:spPr>
          <a:xfrm>
            <a:off x="2662237" y="1261728"/>
            <a:ext cx="68675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spc="600" dirty="0">
                <a:solidFill>
                  <a:srgbClr val="00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Aonde você quer chegar?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2FBEF44-6247-6C76-36E2-4E50EDC52B79}"/>
              </a:ext>
            </a:extLst>
          </p:cNvPr>
          <p:cNvSpPr txBox="1"/>
          <p:nvPr userDrawn="1"/>
        </p:nvSpPr>
        <p:spPr>
          <a:xfrm>
            <a:off x="3405186" y="1846503"/>
            <a:ext cx="53816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rgbClr val="014D8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Vai com a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C0FA6C28-F771-1D9B-0A14-EFB1D2E52C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7281" y="2987817"/>
            <a:ext cx="586011" cy="1000125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DF1692C5-78E5-6580-83D5-A30FFA054B6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95419" y="4465015"/>
            <a:ext cx="6429736" cy="120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438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Abert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F8E22BCC-8AE9-CCA4-6979-65A8B885EE2F}"/>
              </a:ext>
            </a:extLst>
          </p:cNvPr>
          <p:cNvSpPr>
            <a:spLocks/>
          </p:cNvSpPr>
          <p:nvPr userDrawn="1"/>
        </p:nvSpPr>
        <p:spPr>
          <a:xfrm>
            <a:off x="2" y="1489653"/>
            <a:ext cx="8280398" cy="5173981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AE378AF4-FCF9-B1C7-5D5C-D8DD19B914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7145" y="532550"/>
            <a:ext cx="2334196" cy="436880"/>
          </a:xfrm>
          <a:prstGeom prst="rect">
            <a:avLst/>
          </a:prstGeom>
        </p:spPr>
      </p:pic>
      <p:sp>
        <p:nvSpPr>
          <p:cNvPr id="15" name="Título 1">
            <a:extLst>
              <a:ext uri="{FF2B5EF4-FFF2-40B4-BE49-F238E27FC236}">
                <a16:creationId xmlns:a16="http://schemas.microsoft.com/office/drawing/2014/main" id="{DA459D0F-F308-F34A-8B83-A577BB33A8A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7145" y="1818641"/>
            <a:ext cx="5261495" cy="3053336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defRPr sz="6000" b="1">
                <a:solidFill>
                  <a:srgbClr val="014D8D"/>
                </a:solidFill>
              </a:defRPr>
            </a:lvl1pPr>
          </a:lstStyle>
          <a:p>
            <a:r>
              <a:rPr lang="pt-BR" dirty="0"/>
              <a:t>Título da aula</a:t>
            </a:r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19104435-7BE8-A4A4-1188-7D4BB7AC6D2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7145" y="5200966"/>
            <a:ext cx="5261496" cy="31314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1" i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Nome professor(a)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DB3F0157-32FA-EF61-7D5F-FABF663DC920}"/>
              </a:ext>
            </a:extLst>
          </p:cNvPr>
          <p:cNvSpPr>
            <a:spLocks/>
          </p:cNvSpPr>
          <p:nvPr userDrawn="1"/>
        </p:nvSpPr>
        <p:spPr>
          <a:xfrm>
            <a:off x="5862318" y="0"/>
            <a:ext cx="6329680" cy="6329680"/>
          </a:xfrm>
          <a:prstGeom prst="rect">
            <a:avLst/>
          </a:prstGeom>
          <a:solidFill>
            <a:srgbClr val="014D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A045FFC0-D4DA-CFB2-7AAE-04FF0F61922E}"/>
              </a:ext>
            </a:extLst>
          </p:cNvPr>
          <p:cNvSpPr>
            <a:spLocks/>
          </p:cNvSpPr>
          <p:nvPr userDrawn="1"/>
        </p:nvSpPr>
        <p:spPr>
          <a:xfrm>
            <a:off x="5333998" y="6329680"/>
            <a:ext cx="528320" cy="528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8E976C99-B3A1-6E9A-F1E9-947C76C88B6C}"/>
              </a:ext>
            </a:extLst>
          </p:cNvPr>
          <p:cNvSpPr>
            <a:spLocks/>
          </p:cNvSpPr>
          <p:nvPr userDrawn="1"/>
        </p:nvSpPr>
        <p:spPr>
          <a:xfrm>
            <a:off x="4960618" y="5956300"/>
            <a:ext cx="373379" cy="373379"/>
          </a:xfrm>
          <a:prstGeom prst="rect">
            <a:avLst/>
          </a:prstGeom>
          <a:solidFill>
            <a:srgbClr val="71C3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Espaço Reservado para Imagem 21">
            <a:extLst>
              <a:ext uri="{FF2B5EF4-FFF2-40B4-BE49-F238E27FC236}">
                <a16:creationId xmlns:a16="http://schemas.microsoft.com/office/drawing/2014/main" id="{8361F87A-85A5-B6FB-F171-495912DD9E2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44405" y="155894"/>
            <a:ext cx="5965506" cy="5965506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6B08837-A54D-C822-22E5-5B432308CDF9}"/>
              </a:ext>
            </a:extLst>
          </p:cNvPr>
          <p:cNvSpPr>
            <a:spLocks/>
          </p:cNvSpPr>
          <p:nvPr userDrawn="1"/>
        </p:nvSpPr>
        <p:spPr>
          <a:xfrm>
            <a:off x="4535886" y="513925"/>
            <a:ext cx="474129" cy="474129"/>
          </a:xfrm>
          <a:prstGeom prst="rect">
            <a:avLst/>
          </a:prstGeom>
          <a:solidFill>
            <a:srgbClr val="014D8D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71FF42D-5A73-2C94-E573-2F06557FF04B}"/>
              </a:ext>
            </a:extLst>
          </p:cNvPr>
          <p:cNvSpPr>
            <a:spLocks/>
          </p:cNvSpPr>
          <p:nvPr userDrawn="1"/>
        </p:nvSpPr>
        <p:spPr>
          <a:xfrm>
            <a:off x="5010015" y="279873"/>
            <a:ext cx="234052" cy="234052"/>
          </a:xfrm>
          <a:prstGeom prst="rect">
            <a:avLst/>
          </a:prstGeom>
          <a:solidFill>
            <a:srgbClr val="33BFE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0164E573-E9C5-982B-B19F-D69CB3F1F5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6713" y="5570826"/>
            <a:ext cx="4411662" cy="257175"/>
          </a:xfrm>
          <a:prstGeom prst="rect">
            <a:avLst/>
          </a:prstGeom>
        </p:spPr>
        <p:txBody>
          <a:bodyPr/>
          <a:lstStyle>
            <a:lvl1pPr marL="0">
              <a:buFontTx/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pt-BR" dirty="0"/>
              <a:t>Titulação profissional</a:t>
            </a:r>
          </a:p>
        </p:txBody>
      </p:sp>
    </p:spTree>
    <p:extLst>
      <p:ext uri="{BB962C8B-B14F-4D97-AF65-F5344CB8AC3E}">
        <p14:creationId xmlns:p14="http://schemas.microsoft.com/office/powerpoint/2010/main" val="2820138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fil Professor(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5A03762-5CE1-5B60-006E-5ADF98D97501}"/>
              </a:ext>
            </a:extLst>
          </p:cNvPr>
          <p:cNvSpPr>
            <a:spLocks/>
          </p:cNvSpPr>
          <p:nvPr userDrawn="1"/>
        </p:nvSpPr>
        <p:spPr>
          <a:xfrm>
            <a:off x="1930400" y="2007909"/>
            <a:ext cx="10261600" cy="4321769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06F5292-BA4A-1551-E5AE-1F92402AFA75}"/>
              </a:ext>
            </a:extLst>
          </p:cNvPr>
          <p:cNvSpPr>
            <a:spLocks/>
          </p:cNvSpPr>
          <p:nvPr userDrawn="1"/>
        </p:nvSpPr>
        <p:spPr>
          <a:xfrm>
            <a:off x="365760" y="381263"/>
            <a:ext cx="618213" cy="618213"/>
          </a:xfrm>
          <a:prstGeom prst="rect">
            <a:avLst/>
          </a:prstGeom>
          <a:solidFill>
            <a:srgbClr val="4FDC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EB05DF2-7E40-E728-CB90-9E61F42DD075}"/>
              </a:ext>
            </a:extLst>
          </p:cNvPr>
          <p:cNvSpPr>
            <a:spLocks/>
          </p:cNvSpPr>
          <p:nvPr userDrawn="1"/>
        </p:nvSpPr>
        <p:spPr>
          <a:xfrm>
            <a:off x="-7618" y="3690"/>
            <a:ext cx="373379" cy="373379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226DCAF-4D20-F889-82FD-9E2B4E3AF259}"/>
              </a:ext>
            </a:extLst>
          </p:cNvPr>
          <p:cNvSpPr>
            <a:spLocks/>
          </p:cNvSpPr>
          <p:nvPr userDrawn="1"/>
        </p:nvSpPr>
        <p:spPr>
          <a:xfrm>
            <a:off x="628072" y="628072"/>
            <a:ext cx="3112655" cy="3112655"/>
          </a:xfrm>
          <a:prstGeom prst="rect">
            <a:avLst/>
          </a:prstGeom>
          <a:solidFill>
            <a:srgbClr val="014D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spaço Reservado para Imagem 21">
            <a:extLst>
              <a:ext uri="{FF2B5EF4-FFF2-40B4-BE49-F238E27FC236}">
                <a16:creationId xmlns:a16="http://schemas.microsoft.com/office/drawing/2014/main" id="{1C9F018F-5A13-E586-BA6E-E42ABBD7429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4546" y="806870"/>
            <a:ext cx="2801236" cy="2776839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1200">
                <a:solidFill>
                  <a:srgbClr val="4FDCF0"/>
                </a:solidFill>
              </a:defRPr>
            </a:lvl1pPr>
          </a:lstStyle>
          <a:p>
            <a:r>
              <a:rPr lang="pt-BR" dirty="0"/>
              <a:t>FOTO PROFESSOR(A)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2198D325-1581-1DFD-F6B8-73DEB5E1125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78745" y="731837"/>
            <a:ext cx="7571510" cy="974415"/>
          </a:xfrm>
          <a:prstGeom prst="rect">
            <a:avLst/>
          </a:prstGeom>
        </p:spPr>
        <p:txBody>
          <a:bodyPr anchor="ctr"/>
          <a:lstStyle>
            <a:lvl1pPr algn="l">
              <a:defRPr sz="3200" b="1">
                <a:solidFill>
                  <a:srgbClr val="014D8D"/>
                </a:solidFill>
              </a:defRPr>
            </a:lvl1pPr>
          </a:lstStyle>
          <a:p>
            <a:r>
              <a:rPr lang="pt-BR" dirty="0"/>
              <a:t>Nome professor(a)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4E5D96A-094C-CDC4-72A7-655FCF771B4E}"/>
              </a:ext>
            </a:extLst>
          </p:cNvPr>
          <p:cNvSpPr>
            <a:spLocks/>
          </p:cNvSpPr>
          <p:nvPr userDrawn="1"/>
        </p:nvSpPr>
        <p:spPr>
          <a:xfrm>
            <a:off x="1082011" y="6520873"/>
            <a:ext cx="337128" cy="337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8278529-0525-C561-5059-E5BC88A597B1}"/>
              </a:ext>
            </a:extLst>
          </p:cNvPr>
          <p:cNvSpPr>
            <a:spLocks/>
          </p:cNvSpPr>
          <p:nvPr userDrawn="1"/>
        </p:nvSpPr>
        <p:spPr>
          <a:xfrm>
            <a:off x="1419138" y="5695573"/>
            <a:ext cx="825299" cy="825299"/>
          </a:xfrm>
          <a:prstGeom prst="rect">
            <a:avLst/>
          </a:prstGeom>
          <a:solidFill>
            <a:srgbClr val="71C3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E1D05DA1-46D0-B372-20B0-309D50B6D2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78313" y="2278062"/>
            <a:ext cx="7496175" cy="3762519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pt-BR" dirty="0"/>
              <a:t>Perfil professor(a)</a:t>
            </a:r>
          </a:p>
        </p:txBody>
      </p:sp>
    </p:spTree>
    <p:extLst>
      <p:ext uri="{BB962C8B-B14F-4D97-AF65-F5344CB8AC3E}">
        <p14:creationId xmlns:p14="http://schemas.microsoft.com/office/powerpoint/2010/main" val="1755213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B9C9209C-B4F8-8DB2-E02C-8E00F10933B2}"/>
              </a:ext>
            </a:extLst>
          </p:cNvPr>
          <p:cNvSpPr>
            <a:spLocks/>
          </p:cNvSpPr>
          <p:nvPr userDrawn="1"/>
        </p:nvSpPr>
        <p:spPr>
          <a:xfrm>
            <a:off x="572654" y="1376787"/>
            <a:ext cx="11619345" cy="4857758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2723B600-1640-F6BA-9F9E-0614CB51ED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23816" y="1789513"/>
            <a:ext cx="9154148" cy="3406058"/>
          </a:xfrm>
          <a:prstGeom prst="rect">
            <a:avLst/>
          </a:prstGeom>
        </p:spPr>
        <p:txBody>
          <a:bodyPr anchor="ctr"/>
          <a:lstStyle>
            <a:lvl1pPr marL="0" indent="0" algn="l">
              <a:buFontTx/>
              <a:buNone/>
              <a:defRPr sz="4400" b="0" i="1">
                <a:solidFill>
                  <a:srgbClr val="014D8D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 Insira uma citação aqui.</a:t>
            </a:r>
          </a:p>
        </p:txBody>
      </p:sp>
      <p:sp>
        <p:nvSpPr>
          <p:cNvPr id="15" name="Gráfico 4">
            <a:extLst>
              <a:ext uri="{FF2B5EF4-FFF2-40B4-BE49-F238E27FC236}">
                <a16:creationId xmlns:a16="http://schemas.microsoft.com/office/drawing/2014/main" id="{05CA62D7-69C2-85CF-AD96-BBAE724046CB}"/>
              </a:ext>
            </a:extLst>
          </p:cNvPr>
          <p:cNvSpPr/>
          <p:nvPr/>
        </p:nvSpPr>
        <p:spPr>
          <a:xfrm>
            <a:off x="239384" y="203497"/>
            <a:ext cx="2173267" cy="1871657"/>
          </a:xfrm>
          <a:custGeom>
            <a:avLst/>
            <a:gdLst>
              <a:gd name="csX0" fmla="*/ 2503628 w 2503627"/>
              <a:gd name="csY0" fmla="*/ 2156168 h 2156168"/>
              <a:gd name="csX1" fmla="*/ 1367834 w 2503627"/>
              <a:gd name="csY1" fmla="*/ 2156168 h 2156168"/>
              <a:gd name="csX2" fmla="*/ 1367834 w 2503627"/>
              <a:gd name="csY2" fmla="*/ 1090186 h 2156168"/>
              <a:gd name="csX3" fmla="*/ 1652482 w 2503627"/>
              <a:gd name="csY3" fmla="*/ 353460 h 2156168"/>
              <a:gd name="csX4" fmla="*/ 2458620 w 2503627"/>
              <a:gd name="csY4" fmla="*/ 5801 h 2156168"/>
              <a:gd name="csX5" fmla="*/ 2503628 w 2503627"/>
              <a:gd name="csY5" fmla="*/ 0 h 2156168"/>
              <a:gd name="csX6" fmla="*/ 2503628 w 2503627"/>
              <a:gd name="csY6" fmla="*/ 544493 h 2156168"/>
              <a:gd name="csX7" fmla="*/ 2472022 w 2503627"/>
              <a:gd name="csY7" fmla="*/ 551294 h 2156168"/>
              <a:gd name="csX8" fmla="*/ 2138565 w 2503627"/>
              <a:gd name="csY8" fmla="*/ 717122 h 2156168"/>
              <a:gd name="csX9" fmla="*/ 2043149 w 2503627"/>
              <a:gd name="csY9" fmla="*/ 1009572 h 2156168"/>
              <a:gd name="csX10" fmla="*/ 2503628 w 2503627"/>
              <a:gd name="csY10" fmla="*/ 1009572 h 2156168"/>
              <a:gd name="csX11" fmla="*/ 2503628 w 2503627"/>
              <a:gd name="csY11" fmla="*/ 2156168 h 2156168"/>
              <a:gd name="csX12" fmla="*/ 1447847 w 2503627"/>
              <a:gd name="csY12" fmla="*/ 2076155 h 2156168"/>
              <a:gd name="csX13" fmla="*/ 2423614 w 2503627"/>
              <a:gd name="csY13" fmla="*/ 2076155 h 2156168"/>
              <a:gd name="csX14" fmla="*/ 2423614 w 2503627"/>
              <a:gd name="csY14" fmla="*/ 1089586 h 2156168"/>
              <a:gd name="csX15" fmla="*/ 1962335 w 2503627"/>
              <a:gd name="csY15" fmla="*/ 1089586 h 2156168"/>
              <a:gd name="csX16" fmla="*/ 1962335 w 2503627"/>
              <a:gd name="csY16" fmla="*/ 1049579 h 2156168"/>
              <a:gd name="csX17" fmla="*/ 2077755 w 2503627"/>
              <a:gd name="csY17" fmla="*/ 665514 h 2156168"/>
              <a:gd name="csX18" fmla="*/ 2423814 w 2503627"/>
              <a:gd name="csY18" fmla="*/ 480482 h 2156168"/>
              <a:gd name="csX19" fmla="*/ 2423814 w 2503627"/>
              <a:gd name="csY19" fmla="*/ 91416 h 2156168"/>
              <a:gd name="csX20" fmla="*/ 1709092 w 2503627"/>
              <a:gd name="csY20" fmla="*/ 410470 h 2156168"/>
              <a:gd name="csX21" fmla="*/ 1448047 w 2503627"/>
              <a:gd name="csY21" fmla="*/ 1090386 h 2156168"/>
              <a:gd name="csX22" fmla="*/ 1448047 w 2503627"/>
              <a:gd name="csY22" fmla="*/ 2076355 h 2156168"/>
              <a:gd name="csX23" fmla="*/ 1135794 w 2503627"/>
              <a:gd name="csY23" fmla="*/ 2156168 h 2156168"/>
              <a:gd name="csX24" fmla="*/ 0 w 2503627"/>
              <a:gd name="csY24" fmla="*/ 2156168 h 2156168"/>
              <a:gd name="csX25" fmla="*/ 0 w 2503627"/>
              <a:gd name="csY25" fmla="*/ 1090186 h 2156168"/>
              <a:gd name="csX26" fmla="*/ 286049 w 2503627"/>
              <a:gd name="csY26" fmla="*/ 353460 h 2156168"/>
              <a:gd name="csX27" fmla="*/ 1090586 w 2503627"/>
              <a:gd name="csY27" fmla="*/ 5801 h 2156168"/>
              <a:gd name="csX28" fmla="*/ 1135594 w 2503627"/>
              <a:gd name="csY28" fmla="*/ 0 h 2156168"/>
              <a:gd name="csX29" fmla="*/ 1135594 w 2503627"/>
              <a:gd name="csY29" fmla="*/ 544493 h 2156168"/>
              <a:gd name="csX30" fmla="*/ 1103989 w 2503627"/>
              <a:gd name="csY30" fmla="*/ 551294 h 2156168"/>
              <a:gd name="csX31" fmla="*/ 767331 w 2503627"/>
              <a:gd name="csY31" fmla="*/ 717523 h 2156168"/>
              <a:gd name="csX32" fmla="*/ 669514 w 2503627"/>
              <a:gd name="csY32" fmla="*/ 1009572 h 2156168"/>
              <a:gd name="csX33" fmla="*/ 1135394 w 2503627"/>
              <a:gd name="csY33" fmla="*/ 1009572 h 2156168"/>
              <a:gd name="csX34" fmla="*/ 1135394 w 2503627"/>
              <a:gd name="csY34" fmla="*/ 2156168 h 2156168"/>
              <a:gd name="csX35" fmla="*/ 80014 w 2503627"/>
              <a:gd name="csY35" fmla="*/ 2076155 h 2156168"/>
              <a:gd name="csX36" fmla="*/ 1055780 w 2503627"/>
              <a:gd name="csY36" fmla="*/ 2076155 h 2156168"/>
              <a:gd name="csX37" fmla="*/ 1055780 w 2503627"/>
              <a:gd name="csY37" fmla="*/ 1089586 h 2156168"/>
              <a:gd name="csX38" fmla="*/ 588901 w 2503627"/>
              <a:gd name="csY38" fmla="*/ 1089586 h 2156168"/>
              <a:gd name="csX39" fmla="*/ 588901 w 2503627"/>
              <a:gd name="csY39" fmla="*/ 1049579 h 2156168"/>
              <a:gd name="csX40" fmla="*/ 707321 w 2503627"/>
              <a:gd name="csY40" fmla="*/ 665114 h 2156168"/>
              <a:gd name="csX41" fmla="*/ 1055780 w 2503627"/>
              <a:gd name="csY41" fmla="*/ 480482 h 2156168"/>
              <a:gd name="csX42" fmla="*/ 1055780 w 2503627"/>
              <a:gd name="csY42" fmla="*/ 91416 h 2156168"/>
              <a:gd name="csX43" fmla="*/ 342258 w 2503627"/>
              <a:gd name="csY43" fmla="*/ 410470 h 2156168"/>
              <a:gd name="csX44" fmla="*/ 80014 w 2503627"/>
              <a:gd name="csY44" fmla="*/ 1090386 h 2156168"/>
              <a:gd name="csX45" fmla="*/ 80014 w 2503627"/>
              <a:gd name="csY45" fmla="*/ 2076355 h 21561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</a:cxnLst>
            <a:rect l="l" t="t" r="r" b="b"/>
            <a:pathLst>
              <a:path w="2503627" h="2156168">
                <a:moveTo>
                  <a:pt x="2503628" y="2156168"/>
                </a:moveTo>
                <a:lnTo>
                  <a:pt x="1367834" y="2156168"/>
                </a:lnTo>
                <a:lnTo>
                  <a:pt x="1367834" y="1090186"/>
                </a:lnTo>
                <a:cubicBezTo>
                  <a:pt x="1367834" y="789335"/>
                  <a:pt x="1463650" y="541292"/>
                  <a:pt x="1652482" y="353460"/>
                </a:cubicBezTo>
                <a:cubicBezTo>
                  <a:pt x="1839914" y="167229"/>
                  <a:pt x="2110961" y="50209"/>
                  <a:pt x="2458620" y="5801"/>
                </a:cubicBezTo>
                <a:lnTo>
                  <a:pt x="2503628" y="0"/>
                </a:lnTo>
                <a:lnTo>
                  <a:pt x="2503628" y="544493"/>
                </a:lnTo>
                <a:lnTo>
                  <a:pt x="2472022" y="551294"/>
                </a:lnTo>
                <a:cubicBezTo>
                  <a:pt x="2315195" y="585500"/>
                  <a:pt x="2202976" y="641310"/>
                  <a:pt x="2138565" y="717122"/>
                </a:cubicBezTo>
                <a:cubicBezTo>
                  <a:pt x="2080555" y="785534"/>
                  <a:pt x="2048550" y="883751"/>
                  <a:pt x="2043149" y="1009572"/>
                </a:cubicBezTo>
                <a:lnTo>
                  <a:pt x="2503628" y="1009572"/>
                </a:lnTo>
                <a:lnTo>
                  <a:pt x="2503628" y="2156168"/>
                </a:lnTo>
                <a:close/>
                <a:moveTo>
                  <a:pt x="1447847" y="2076155"/>
                </a:moveTo>
                <a:lnTo>
                  <a:pt x="2423614" y="2076155"/>
                </a:lnTo>
                <a:lnTo>
                  <a:pt x="2423614" y="1089586"/>
                </a:lnTo>
                <a:lnTo>
                  <a:pt x="1962335" y="1089586"/>
                </a:lnTo>
                <a:lnTo>
                  <a:pt x="1962335" y="1049579"/>
                </a:lnTo>
                <a:cubicBezTo>
                  <a:pt x="1962335" y="884951"/>
                  <a:pt x="2001142" y="755729"/>
                  <a:pt x="2077755" y="665514"/>
                </a:cubicBezTo>
                <a:cubicBezTo>
                  <a:pt x="2149167" y="581299"/>
                  <a:pt x="2265587" y="519089"/>
                  <a:pt x="2423814" y="480482"/>
                </a:cubicBezTo>
                <a:lnTo>
                  <a:pt x="2423814" y="91416"/>
                </a:lnTo>
                <a:cubicBezTo>
                  <a:pt x="2115961" y="137423"/>
                  <a:pt x="1875720" y="244642"/>
                  <a:pt x="1709092" y="410470"/>
                </a:cubicBezTo>
                <a:cubicBezTo>
                  <a:pt x="1535862" y="582700"/>
                  <a:pt x="1448047" y="811539"/>
                  <a:pt x="1448047" y="1090386"/>
                </a:cubicBezTo>
                <a:lnTo>
                  <a:pt x="1448047" y="2076355"/>
                </a:lnTo>
                <a:close/>
                <a:moveTo>
                  <a:pt x="1135794" y="2156168"/>
                </a:moveTo>
                <a:lnTo>
                  <a:pt x="0" y="2156168"/>
                </a:lnTo>
                <a:lnTo>
                  <a:pt x="0" y="1090186"/>
                </a:lnTo>
                <a:cubicBezTo>
                  <a:pt x="0" y="789135"/>
                  <a:pt x="96216" y="541292"/>
                  <a:pt x="286049" y="353460"/>
                </a:cubicBezTo>
                <a:cubicBezTo>
                  <a:pt x="474281" y="167229"/>
                  <a:pt x="744927" y="50209"/>
                  <a:pt x="1090586" y="5801"/>
                </a:cubicBezTo>
                <a:lnTo>
                  <a:pt x="1135594" y="0"/>
                </a:lnTo>
                <a:lnTo>
                  <a:pt x="1135594" y="544493"/>
                </a:lnTo>
                <a:lnTo>
                  <a:pt x="1103989" y="551294"/>
                </a:lnTo>
                <a:cubicBezTo>
                  <a:pt x="946962" y="585500"/>
                  <a:pt x="833742" y="641310"/>
                  <a:pt x="767331" y="717523"/>
                </a:cubicBezTo>
                <a:cubicBezTo>
                  <a:pt x="707921" y="785734"/>
                  <a:pt x="675115" y="883951"/>
                  <a:pt x="669514" y="1009572"/>
                </a:cubicBezTo>
                <a:lnTo>
                  <a:pt x="1135394" y="1009572"/>
                </a:lnTo>
                <a:lnTo>
                  <a:pt x="1135394" y="2156168"/>
                </a:lnTo>
                <a:close/>
                <a:moveTo>
                  <a:pt x="80014" y="2076155"/>
                </a:moveTo>
                <a:lnTo>
                  <a:pt x="1055780" y="2076155"/>
                </a:lnTo>
                <a:lnTo>
                  <a:pt x="1055780" y="1089586"/>
                </a:lnTo>
                <a:lnTo>
                  <a:pt x="588901" y="1089586"/>
                </a:lnTo>
                <a:lnTo>
                  <a:pt x="588901" y="1049579"/>
                </a:lnTo>
                <a:cubicBezTo>
                  <a:pt x="588901" y="884751"/>
                  <a:pt x="628707" y="755329"/>
                  <a:pt x="707321" y="665114"/>
                </a:cubicBezTo>
                <a:cubicBezTo>
                  <a:pt x="780333" y="581099"/>
                  <a:pt x="897553" y="519089"/>
                  <a:pt x="1055780" y="480482"/>
                </a:cubicBezTo>
                <a:lnTo>
                  <a:pt x="1055780" y="91416"/>
                </a:lnTo>
                <a:cubicBezTo>
                  <a:pt x="749528" y="137423"/>
                  <a:pt x="509687" y="244642"/>
                  <a:pt x="342258" y="410470"/>
                </a:cubicBezTo>
                <a:cubicBezTo>
                  <a:pt x="168229" y="582700"/>
                  <a:pt x="80014" y="811539"/>
                  <a:pt x="80014" y="1090386"/>
                </a:cubicBezTo>
                <a:lnTo>
                  <a:pt x="80014" y="2076355"/>
                </a:lnTo>
                <a:close/>
              </a:path>
            </a:pathLst>
          </a:custGeom>
          <a:gradFill flip="none" rotWithShape="1">
            <a:gsLst>
              <a:gs pos="15000">
                <a:srgbClr val="4FDCF0"/>
              </a:gs>
              <a:gs pos="74000">
                <a:srgbClr val="014D8D"/>
              </a:gs>
            </a:gsLst>
            <a:lin ang="2700000" scaled="1"/>
            <a:tileRect/>
          </a:gradFill>
          <a:ln w="19964" cap="flat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1CD3962-ACB1-3A9B-0FC8-7B352C0C3580}"/>
              </a:ext>
            </a:extLst>
          </p:cNvPr>
          <p:cNvSpPr>
            <a:spLocks/>
          </p:cNvSpPr>
          <p:nvPr userDrawn="1"/>
        </p:nvSpPr>
        <p:spPr>
          <a:xfrm>
            <a:off x="958256" y="6449694"/>
            <a:ext cx="408307" cy="4083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6AF479D-F5F0-6064-C6F8-C683A62B7B94}"/>
              </a:ext>
            </a:extLst>
          </p:cNvPr>
          <p:cNvSpPr>
            <a:spLocks/>
          </p:cNvSpPr>
          <p:nvPr userDrawn="1"/>
        </p:nvSpPr>
        <p:spPr>
          <a:xfrm>
            <a:off x="0" y="5481213"/>
            <a:ext cx="968481" cy="968481"/>
          </a:xfrm>
          <a:prstGeom prst="rect">
            <a:avLst/>
          </a:prstGeom>
          <a:solidFill>
            <a:srgbClr val="89CD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E505442-74CD-85DE-3FCA-09136DDA47FB}"/>
              </a:ext>
            </a:extLst>
          </p:cNvPr>
          <p:cNvSpPr>
            <a:spLocks/>
          </p:cNvSpPr>
          <p:nvPr userDrawn="1"/>
        </p:nvSpPr>
        <p:spPr>
          <a:xfrm>
            <a:off x="11208539" y="905256"/>
            <a:ext cx="669108" cy="669108"/>
          </a:xfrm>
          <a:prstGeom prst="rect">
            <a:avLst/>
          </a:prstGeom>
          <a:solidFill>
            <a:srgbClr val="00B5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5DC96BD-D336-649E-81E2-79950CC6DBFE}"/>
              </a:ext>
            </a:extLst>
          </p:cNvPr>
          <p:cNvSpPr>
            <a:spLocks/>
          </p:cNvSpPr>
          <p:nvPr userDrawn="1"/>
        </p:nvSpPr>
        <p:spPr>
          <a:xfrm>
            <a:off x="10835160" y="533122"/>
            <a:ext cx="373379" cy="373379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20EE7DA5-1E9B-1597-4F96-57DADE660B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23499" y="5599544"/>
            <a:ext cx="9154148" cy="330200"/>
          </a:xfrm>
          <a:prstGeom prst="rect">
            <a:avLst/>
          </a:prstGeom>
        </p:spPr>
        <p:txBody>
          <a:bodyPr anchor="ctr"/>
          <a:lstStyle>
            <a:lvl1pPr algn="r">
              <a:buFontTx/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buFontTx/>
              <a:buNone/>
              <a:defRPr sz="2000"/>
            </a:lvl2pPr>
            <a:lvl3pPr>
              <a:buFontTx/>
              <a:buNone/>
              <a:defRPr sz="2000"/>
            </a:lvl3pPr>
            <a:lvl4pPr>
              <a:buFontTx/>
              <a:buNone/>
              <a:defRPr sz="2000"/>
            </a:lvl4pPr>
            <a:lvl5pPr>
              <a:buFontTx/>
              <a:buNone/>
              <a:defRPr sz="2000"/>
            </a:lvl5pPr>
          </a:lstStyle>
          <a:p>
            <a:pPr lvl="0"/>
            <a:r>
              <a:rPr lang="pt-BR" dirty="0"/>
              <a:t>Nome do autor citado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CBDD2D9-4CB7-2394-9941-2A7077951EB5}"/>
              </a:ext>
            </a:extLst>
          </p:cNvPr>
          <p:cNvSpPr>
            <a:spLocks/>
          </p:cNvSpPr>
          <p:nvPr userDrawn="1"/>
        </p:nvSpPr>
        <p:spPr>
          <a:xfrm>
            <a:off x="968481" y="4782845"/>
            <a:ext cx="701463" cy="701463"/>
          </a:xfrm>
          <a:prstGeom prst="rect">
            <a:avLst/>
          </a:prstGeom>
          <a:solidFill>
            <a:srgbClr val="A3DC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1227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as de Aprendiz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5A03762-5CE1-5B60-006E-5ADF98D97501}"/>
              </a:ext>
            </a:extLst>
          </p:cNvPr>
          <p:cNvSpPr>
            <a:spLocks/>
          </p:cNvSpPr>
          <p:nvPr userDrawn="1"/>
        </p:nvSpPr>
        <p:spPr>
          <a:xfrm>
            <a:off x="2" y="2512737"/>
            <a:ext cx="12191998" cy="3816941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06F5292-BA4A-1551-E5AE-1F92402AFA75}"/>
              </a:ext>
            </a:extLst>
          </p:cNvPr>
          <p:cNvSpPr>
            <a:spLocks/>
          </p:cNvSpPr>
          <p:nvPr userDrawn="1"/>
        </p:nvSpPr>
        <p:spPr>
          <a:xfrm>
            <a:off x="365760" y="381263"/>
            <a:ext cx="825731" cy="825731"/>
          </a:xfrm>
          <a:prstGeom prst="rect">
            <a:avLst/>
          </a:prstGeom>
          <a:solidFill>
            <a:srgbClr val="4FDC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EB05DF2-7E40-E728-CB90-9E61F42DD075}"/>
              </a:ext>
            </a:extLst>
          </p:cNvPr>
          <p:cNvSpPr>
            <a:spLocks/>
          </p:cNvSpPr>
          <p:nvPr userDrawn="1"/>
        </p:nvSpPr>
        <p:spPr>
          <a:xfrm>
            <a:off x="-7618" y="3690"/>
            <a:ext cx="373379" cy="373379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2198D325-1581-1DFD-F6B8-73DEB5E1125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125" y="1570182"/>
            <a:ext cx="10251961" cy="739041"/>
          </a:xfrm>
          <a:prstGeom prst="rect">
            <a:avLst/>
          </a:prstGeom>
        </p:spPr>
        <p:txBody>
          <a:bodyPr anchor="ctr"/>
          <a:lstStyle>
            <a:lvl1pPr algn="l">
              <a:defRPr sz="5400" b="1">
                <a:solidFill>
                  <a:srgbClr val="014D8D"/>
                </a:solidFill>
              </a:defRPr>
            </a:lvl1pPr>
          </a:lstStyle>
          <a:p>
            <a:r>
              <a:rPr lang="pt-BR" dirty="0"/>
              <a:t>Metas de aprendizagem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FEF61D1-B532-BA22-6891-D7209AE7E74F}"/>
              </a:ext>
            </a:extLst>
          </p:cNvPr>
          <p:cNvSpPr>
            <a:spLocks/>
          </p:cNvSpPr>
          <p:nvPr userDrawn="1"/>
        </p:nvSpPr>
        <p:spPr>
          <a:xfrm>
            <a:off x="5333998" y="6533192"/>
            <a:ext cx="324805" cy="324805"/>
          </a:xfrm>
          <a:prstGeom prst="rect">
            <a:avLst/>
          </a:prstGeom>
          <a:solidFill>
            <a:srgbClr val="8ED1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5DF2A17-73A8-991B-A175-BC911DE669B3}"/>
              </a:ext>
            </a:extLst>
          </p:cNvPr>
          <p:cNvSpPr>
            <a:spLocks/>
          </p:cNvSpPr>
          <p:nvPr userDrawn="1"/>
        </p:nvSpPr>
        <p:spPr>
          <a:xfrm>
            <a:off x="11111942" y="2148762"/>
            <a:ext cx="585202" cy="585202"/>
          </a:xfrm>
          <a:prstGeom prst="rect">
            <a:avLst/>
          </a:prstGeom>
          <a:solidFill>
            <a:srgbClr val="06D2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332DC65-87EB-9AE5-B1C4-CC4E5A4167C7}"/>
              </a:ext>
            </a:extLst>
          </p:cNvPr>
          <p:cNvSpPr>
            <a:spLocks/>
          </p:cNvSpPr>
          <p:nvPr userDrawn="1"/>
        </p:nvSpPr>
        <p:spPr>
          <a:xfrm>
            <a:off x="11697143" y="1914710"/>
            <a:ext cx="234052" cy="234052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D685D8A-6E05-BDC7-A53F-37E53D052E88}"/>
              </a:ext>
            </a:extLst>
          </p:cNvPr>
          <p:cNvSpPr>
            <a:spLocks/>
          </p:cNvSpPr>
          <p:nvPr userDrawn="1"/>
        </p:nvSpPr>
        <p:spPr>
          <a:xfrm>
            <a:off x="5658804" y="6329678"/>
            <a:ext cx="203514" cy="203514"/>
          </a:xfrm>
          <a:prstGeom prst="rect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6EAD63BD-B645-39A5-14D9-EAE5839DA7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126" y="3076683"/>
            <a:ext cx="11332018" cy="292882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pt-BR" dirty="0"/>
              <a:t>Clique para inserir os tópicos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D5CE4BD-D664-4C5E-87E3-60437CFEF9D1}"/>
              </a:ext>
            </a:extLst>
          </p:cNvPr>
          <p:cNvSpPr>
            <a:spLocks/>
          </p:cNvSpPr>
          <p:nvPr userDrawn="1"/>
        </p:nvSpPr>
        <p:spPr>
          <a:xfrm>
            <a:off x="5862318" y="171505"/>
            <a:ext cx="397164" cy="397164"/>
          </a:xfrm>
          <a:prstGeom prst="rect">
            <a:avLst/>
          </a:prstGeom>
          <a:solidFill>
            <a:srgbClr val="79E3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58BBD258-4467-139F-7CCA-D710AC6AF3A5}"/>
              </a:ext>
            </a:extLst>
          </p:cNvPr>
          <p:cNvSpPr>
            <a:spLocks/>
          </p:cNvSpPr>
          <p:nvPr userDrawn="1"/>
        </p:nvSpPr>
        <p:spPr>
          <a:xfrm>
            <a:off x="6259482" y="568669"/>
            <a:ext cx="234052" cy="234052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8684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5A03762-5CE1-5B60-006E-5ADF98D97501}"/>
              </a:ext>
            </a:extLst>
          </p:cNvPr>
          <p:cNvSpPr>
            <a:spLocks/>
          </p:cNvSpPr>
          <p:nvPr userDrawn="1"/>
        </p:nvSpPr>
        <p:spPr>
          <a:xfrm>
            <a:off x="2" y="2041237"/>
            <a:ext cx="12191998" cy="428844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06F5292-BA4A-1551-E5AE-1F92402AFA75}"/>
              </a:ext>
            </a:extLst>
          </p:cNvPr>
          <p:cNvSpPr>
            <a:spLocks/>
          </p:cNvSpPr>
          <p:nvPr userDrawn="1"/>
        </p:nvSpPr>
        <p:spPr>
          <a:xfrm>
            <a:off x="365761" y="381264"/>
            <a:ext cx="604058" cy="604058"/>
          </a:xfrm>
          <a:prstGeom prst="rect">
            <a:avLst/>
          </a:prstGeom>
          <a:solidFill>
            <a:srgbClr val="4FDC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EB05DF2-7E40-E728-CB90-9E61F42DD075}"/>
              </a:ext>
            </a:extLst>
          </p:cNvPr>
          <p:cNvSpPr>
            <a:spLocks/>
          </p:cNvSpPr>
          <p:nvPr userDrawn="1"/>
        </p:nvSpPr>
        <p:spPr>
          <a:xfrm>
            <a:off x="-7618" y="3690"/>
            <a:ext cx="373379" cy="373379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2198D325-1581-1DFD-F6B8-73DEB5E1125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125" y="1188837"/>
            <a:ext cx="11466657" cy="725873"/>
          </a:xfrm>
          <a:prstGeom prst="rect">
            <a:avLst/>
          </a:prstGeom>
        </p:spPr>
        <p:txBody>
          <a:bodyPr anchor="ctr"/>
          <a:lstStyle>
            <a:lvl1pPr algn="l">
              <a:defRPr sz="5400" b="1">
                <a:solidFill>
                  <a:srgbClr val="014D8D"/>
                </a:solidFill>
              </a:defRPr>
            </a:lvl1pPr>
          </a:lstStyle>
          <a:p>
            <a:r>
              <a:rPr lang="pt-BR" dirty="0"/>
              <a:t>Insira um título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FEF61D1-B532-BA22-6891-D7209AE7E74F}"/>
              </a:ext>
            </a:extLst>
          </p:cNvPr>
          <p:cNvSpPr>
            <a:spLocks/>
          </p:cNvSpPr>
          <p:nvPr userDrawn="1"/>
        </p:nvSpPr>
        <p:spPr>
          <a:xfrm>
            <a:off x="5333998" y="6533192"/>
            <a:ext cx="324805" cy="324805"/>
          </a:xfrm>
          <a:prstGeom prst="rect">
            <a:avLst/>
          </a:prstGeom>
          <a:solidFill>
            <a:srgbClr val="8ED1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D685D8A-6E05-BDC7-A53F-37E53D052E88}"/>
              </a:ext>
            </a:extLst>
          </p:cNvPr>
          <p:cNvSpPr>
            <a:spLocks/>
          </p:cNvSpPr>
          <p:nvPr userDrawn="1"/>
        </p:nvSpPr>
        <p:spPr>
          <a:xfrm>
            <a:off x="5658804" y="6329678"/>
            <a:ext cx="203514" cy="203514"/>
          </a:xfrm>
          <a:prstGeom prst="rect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6EAD63BD-B645-39A5-14D9-EAE5839DA7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126" y="2300827"/>
            <a:ext cx="11466656" cy="3825338"/>
          </a:xfrm>
        </p:spPr>
        <p:txBody>
          <a:bodyPr/>
          <a:lstStyle>
            <a:lvl1pPr marL="0">
              <a:buFontTx/>
              <a:buNone/>
              <a:defRPr/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D5CE4BD-D664-4C5E-87E3-60437CFEF9D1}"/>
              </a:ext>
            </a:extLst>
          </p:cNvPr>
          <p:cNvSpPr>
            <a:spLocks/>
          </p:cNvSpPr>
          <p:nvPr userDrawn="1"/>
        </p:nvSpPr>
        <p:spPr>
          <a:xfrm>
            <a:off x="5862318" y="171505"/>
            <a:ext cx="397164" cy="397164"/>
          </a:xfrm>
          <a:prstGeom prst="rect">
            <a:avLst/>
          </a:prstGeom>
          <a:solidFill>
            <a:srgbClr val="79E3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58BBD258-4467-139F-7CCA-D710AC6AF3A5}"/>
              </a:ext>
            </a:extLst>
          </p:cNvPr>
          <p:cNvSpPr>
            <a:spLocks/>
          </p:cNvSpPr>
          <p:nvPr userDrawn="1"/>
        </p:nvSpPr>
        <p:spPr>
          <a:xfrm>
            <a:off x="6259482" y="568669"/>
            <a:ext cx="234052" cy="234052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6295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óp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5A03762-5CE1-5B60-006E-5ADF98D97501}"/>
              </a:ext>
            </a:extLst>
          </p:cNvPr>
          <p:cNvSpPr>
            <a:spLocks/>
          </p:cNvSpPr>
          <p:nvPr userDrawn="1"/>
        </p:nvSpPr>
        <p:spPr>
          <a:xfrm>
            <a:off x="840510" y="580582"/>
            <a:ext cx="11351490" cy="5749097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EB05DF2-7E40-E728-CB90-9E61F42DD075}"/>
              </a:ext>
            </a:extLst>
          </p:cNvPr>
          <p:cNvSpPr>
            <a:spLocks/>
          </p:cNvSpPr>
          <p:nvPr userDrawn="1"/>
        </p:nvSpPr>
        <p:spPr>
          <a:xfrm>
            <a:off x="-7618" y="3690"/>
            <a:ext cx="373379" cy="373379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FEF61D1-B532-BA22-6891-D7209AE7E74F}"/>
              </a:ext>
            </a:extLst>
          </p:cNvPr>
          <p:cNvSpPr>
            <a:spLocks/>
          </p:cNvSpPr>
          <p:nvPr userDrawn="1"/>
        </p:nvSpPr>
        <p:spPr>
          <a:xfrm>
            <a:off x="1507690" y="6528998"/>
            <a:ext cx="329002" cy="329002"/>
          </a:xfrm>
          <a:prstGeom prst="rect">
            <a:avLst/>
          </a:prstGeom>
          <a:solidFill>
            <a:schemeClr val="bg1"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6EAD63BD-B645-39A5-14D9-EAE5839DA7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07690" y="1293092"/>
            <a:ext cx="10318549" cy="4592159"/>
          </a:xfrm>
        </p:spPr>
        <p:txBody>
          <a:bodyPr anchor="ctr"/>
          <a:lstStyle>
            <a:lvl1pPr marL="230400">
              <a:buFont typeface="Arial" panose="020B0604020202020204" pitchFamily="34" charset="0"/>
              <a:buChar char="•"/>
              <a:defRPr sz="2800"/>
            </a:lvl1pPr>
          </a:lstStyle>
          <a:p>
            <a:pPr lvl="0"/>
            <a:r>
              <a:rPr lang="pt-BR" dirty="0"/>
              <a:t>Clique para adicionar tópicos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D5CE4BD-D664-4C5E-87E3-60437CFEF9D1}"/>
              </a:ext>
            </a:extLst>
          </p:cNvPr>
          <p:cNvSpPr>
            <a:spLocks/>
          </p:cNvSpPr>
          <p:nvPr userDrawn="1"/>
        </p:nvSpPr>
        <p:spPr>
          <a:xfrm>
            <a:off x="11195023" y="377069"/>
            <a:ext cx="397164" cy="397164"/>
          </a:xfrm>
          <a:prstGeom prst="rect">
            <a:avLst/>
          </a:prstGeom>
          <a:solidFill>
            <a:srgbClr val="79E3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58BBD258-4467-139F-7CCA-D710AC6AF3A5}"/>
              </a:ext>
            </a:extLst>
          </p:cNvPr>
          <p:cNvSpPr>
            <a:spLocks/>
          </p:cNvSpPr>
          <p:nvPr userDrawn="1"/>
        </p:nvSpPr>
        <p:spPr>
          <a:xfrm>
            <a:off x="11592187" y="143017"/>
            <a:ext cx="234052" cy="234052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4479773-84D1-AB8F-8F16-8CD9348F175E}"/>
              </a:ext>
            </a:extLst>
          </p:cNvPr>
          <p:cNvSpPr>
            <a:spLocks/>
          </p:cNvSpPr>
          <p:nvPr userDrawn="1"/>
        </p:nvSpPr>
        <p:spPr>
          <a:xfrm>
            <a:off x="1063262" y="6095721"/>
            <a:ext cx="444428" cy="444428"/>
          </a:xfrm>
          <a:prstGeom prst="rect">
            <a:avLst/>
          </a:prstGeom>
          <a:solidFill>
            <a:srgbClr val="79E3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8E9EB1C-D4F1-3400-F49A-2A52BB17DA60}"/>
              </a:ext>
            </a:extLst>
          </p:cNvPr>
          <p:cNvSpPr>
            <a:spLocks/>
          </p:cNvSpPr>
          <p:nvPr userDrawn="1"/>
        </p:nvSpPr>
        <p:spPr>
          <a:xfrm>
            <a:off x="365761" y="381264"/>
            <a:ext cx="752212" cy="752212"/>
          </a:xfrm>
          <a:prstGeom prst="rect">
            <a:avLst/>
          </a:prstGeom>
          <a:solidFill>
            <a:srgbClr val="00B5E4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9847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5A03762-5CE1-5B60-006E-5ADF98D97501}"/>
              </a:ext>
            </a:extLst>
          </p:cNvPr>
          <p:cNvSpPr>
            <a:spLocks/>
          </p:cNvSpPr>
          <p:nvPr userDrawn="1"/>
        </p:nvSpPr>
        <p:spPr>
          <a:xfrm>
            <a:off x="840510" y="580582"/>
            <a:ext cx="11351490" cy="5749097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06F5292-BA4A-1551-E5AE-1F92402AFA75}"/>
              </a:ext>
            </a:extLst>
          </p:cNvPr>
          <p:cNvSpPr>
            <a:spLocks/>
          </p:cNvSpPr>
          <p:nvPr userDrawn="1"/>
        </p:nvSpPr>
        <p:spPr>
          <a:xfrm>
            <a:off x="365761" y="381264"/>
            <a:ext cx="752212" cy="752212"/>
          </a:xfrm>
          <a:prstGeom prst="rect">
            <a:avLst/>
          </a:prstGeom>
          <a:solidFill>
            <a:srgbClr val="014D8D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EB05DF2-7E40-E728-CB90-9E61F42DD075}"/>
              </a:ext>
            </a:extLst>
          </p:cNvPr>
          <p:cNvSpPr>
            <a:spLocks/>
          </p:cNvSpPr>
          <p:nvPr userDrawn="1"/>
        </p:nvSpPr>
        <p:spPr>
          <a:xfrm>
            <a:off x="-7618" y="3690"/>
            <a:ext cx="373379" cy="373379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FEF61D1-B532-BA22-6891-D7209AE7E74F}"/>
              </a:ext>
            </a:extLst>
          </p:cNvPr>
          <p:cNvSpPr>
            <a:spLocks/>
          </p:cNvSpPr>
          <p:nvPr userDrawn="1"/>
        </p:nvSpPr>
        <p:spPr>
          <a:xfrm>
            <a:off x="1507690" y="6528998"/>
            <a:ext cx="329002" cy="329002"/>
          </a:xfrm>
          <a:prstGeom prst="rect">
            <a:avLst/>
          </a:prstGeom>
          <a:solidFill>
            <a:schemeClr val="bg1"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6EAD63BD-B645-39A5-14D9-EAE5839DA7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07690" y="1293092"/>
            <a:ext cx="10318549" cy="4592159"/>
          </a:xfrm>
        </p:spPr>
        <p:txBody>
          <a:bodyPr anchor="ctr"/>
          <a:lstStyle>
            <a:lvl1pPr marL="0">
              <a:buFontTx/>
              <a:buNone/>
              <a:defRPr sz="2800"/>
            </a:lvl1pPr>
          </a:lstStyle>
          <a:p>
            <a:pPr lvl="0"/>
            <a:r>
              <a:rPr lang="pt-BR" dirty="0"/>
              <a:t>Clique para adicionar texto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D5CE4BD-D664-4C5E-87E3-60437CFEF9D1}"/>
              </a:ext>
            </a:extLst>
          </p:cNvPr>
          <p:cNvSpPr>
            <a:spLocks/>
          </p:cNvSpPr>
          <p:nvPr userDrawn="1"/>
        </p:nvSpPr>
        <p:spPr>
          <a:xfrm>
            <a:off x="11195023" y="377069"/>
            <a:ext cx="397164" cy="397164"/>
          </a:xfrm>
          <a:prstGeom prst="rect">
            <a:avLst/>
          </a:prstGeom>
          <a:solidFill>
            <a:srgbClr val="79E3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58BBD258-4467-139F-7CCA-D710AC6AF3A5}"/>
              </a:ext>
            </a:extLst>
          </p:cNvPr>
          <p:cNvSpPr>
            <a:spLocks/>
          </p:cNvSpPr>
          <p:nvPr userDrawn="1"/>
        </p:nvSpPr>
        <p:spPr>
          <a:xfrm>
            <a:off x="11592187" y="143017"/>
            <a:ext cx="234052" cy="234052"/>
          </a:xfrm>
          <a:prstGeom prst="rect">
            <a:avLst/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4479773-84D1-AB8F-8F16-8CD9348F175E}"/>
              </a:ext>
            </a:extLst>
          </p:cNvPr>
          <p:cNvSpPr>
            <a:spLocks/>
          </p:cNvSpPr>
          <p:nvPr userDrawn="1"/>
        </p:nvSpPr>
        <p:spPr>
          <a:xfrm>
            <a:off x="1063262" y="6095721"/>
            <a:ext cx="444428" cy="444428"/>
          </a:xfrm>
          <a:prstGeom prst="rect">
            <a:avLst/>
          </a:prstGeom>
          <a:solidFill>
            <a:srgbClr val="8ED1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3175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84C79B6-2897-3EB3-3B8E-6AE94A7D3ACF}"/>
              </a:ext>
            </a:extLst>
          </p:cNvPr>
          <p:cNvSpPr>
            <a:spLocks/>
          </p:cNvSpPr>
          <p:nvPr userDrawn="1"/>
        </p:nvSpPr>
        <p:spPr>
          <a:xfrm>
            <a:off x="2" y="1903930"/>
            <a:ext cx="12191998" cy="397928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54BEEC5-149A-8C81-FF88-D5A9EB1EA5B8}"/>
              </a:ext>
            </a:extLst>
          </p:cNvPr>
          <p:cNvSpPr/>
          <p:nvPr userDrawn="1"/>
        </p:nvSpPr>
        <p:spPr>
          <a:xfrm>
            <a:off x="419100" y="1223590"/>
            <a:ext cx="11407138" cy="5106089"/>
          </a:xfrm>
          <a:prstGeom prst="rect">
            <a:avLst/>
          </a:prstGeom>
          <a:solidFill>
            <a:srgbClr val="014D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2198D325-1581-1DFD-F6B8-73DEB5E1125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9100" y="324808"/>
            <a:ext cx="11407139" cy="791303"/>
          </a:xfrm>
          <a:prstGeom prst="rect">
            <a:avLst/>
          </a:prstGeom>
        </p:spPr>
        <p:txBody>
          <a:bodyPr anchor="ctr"/>
          <a:lstStyle>
            <a:lvl1pPr algn="l">
              <a:defRPr sz="4000" b="1">
                <a:solidFill>
                  <a:srgbClr val="014D8D"/>
                </a:solidFill>
              </a:defRPr>
            </a:lvl1pPr>
          </a:lstStyle>
          <a:p>
            <a:r>
              <a:rPr lang="pt-BR" dirty="0"/>
              <a:t>Insira um título</a:t>
            </a:r>
          </a:p>
        </p:txBody>
      </p:sp>
      <p:sp>
        <p:nvSpPr>
          <p:cNvPr id="13" name="Espaço Reservado para Imagem 12">
            <a:extLst>
              <a:ext uri="{FF2B5EF4-FFF2-40B4-BE49-F238E27FC236}">
                <a16:creationId xmlns:a16="http://schemas.microsoft.com/office/drawing/2014/main" id="{3127F7E3-6A63-4CDF-AF28-F99E2CB98B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2655" y="1385455"/>
            <a:ext cx="11083636" cy="4775200"/>
          </a:xfrm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CF444B6-C1F8-E9FB-D8C0-9F47741DB43D}"/>
              </a:ext>
            </a:extLst>
          </p:cNvPr>
          <p:cNvSpPr>
            <a:spLocks/>
          </p:cNvSpPr>
          <p:nvPr userDrawn="1"/>
        </p:nvSpPr>
        <p:spPr>
          <a:xfrm>
            <a:off x="11501434" y="324808"/>
            <a:ext cx="324805" cy="324805"/>
          </a:xfrm>
          <a:prstGeom prst="rect">
            <a:avLst/>
          </a:prstGeom>
          <a:solidFill>
            <a:srgbClr val="014D8D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F7809772-39AD-0F00-04F7-48725067C9AB}"/>
              </a:ext>
            </a:extLst>
          </p:cNvPr>
          <p:cNvSpPr>
            <a:spLocks/>
          </p:cNvSpPr>
          <p:nvPr userDrawn="1"/>
        </p:nvSpPr>
        <p:spPr>
          <a:xfrm>
            <a:off x="11826240" y="121294"/>
            <a:ext cx="203514" cy="203514"/>
          </a:xfrm>
          <a:prstGeom prst="rect">
            <a:avLst/>
          </a:prstGeom>
          <a:solidFill>
            <a:schemeClr val="bg1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spaço Reservado para Texto 19">
            <a:extLst>
              <a:ext uri="{FF2B5EF4-FFF2-40B4-BE49-F238E27FC236}">
                <a16:creationId xmlns:a16="http://schemas.microsoft.com/office/drawing/2014/main" id="{01E0FD97-7F27-7EFD-8C66-8CFD5B335D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9100" y="6429278"/>
            <a:ext cx="5972175" cy="285848"/>
          </a:xfrm>
        </p:spPr>
        <p:txBody>
          <a:bodyPr/>
          <a:lstStyle>
            <a:lvl1pPr>
              <a:buFontTx/>
              <a:buNone/>
              <a:defRPr sz="1200" i="1"/>
            </a:lvl1pPr>
          </a:lstStyle>
          <a:p>
            <a:pPr lvl="0"/>
            <a:r>
              <a:rPr lang="pt-BR" dirty="0"/>
              <a:t>Insira o crédito ou legenda da imagem</a:t>
            </a:r>
          </a:p>
        </p:txBody>
      </p:sp>
    </p:spTree>
    <p:extLst>
      <p:ext uri="{BB962C8B-B14F-4D97-AF65-F5344CB8AC3E}">
        <p14:creationId xmlns:p14="http://schemas.microsoft.com/office/powerpoint/2010/main" val="3666732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2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5A03762-5CE1-5B60-006E-5ADF98D97501}"/>
              </a:ext>
            </a:extLst>
          </p:cNvPr>
          <p:cNvSpPr>
            <a:spLocks/>
          </p:cNvSpPr>
          <p:nvPr userDrawn="1"/>
        </p:nvSpPr>
        <p:spPr>
          <a:xfrm>
            <a:off x="2" y="1903930"/>
            <a:ext cx="12191998" cy="397928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FEA5B66-1CB8-A08C-E7DA-2E292EC186AF}"/>
              </a:ext>
            </a:extLst>
          </p:cNvPr>
          <p:cNvSpPr/>
          <p:nvPr userDrawn="1"/>
        </p:nvSpPr>
        <p:spPr>
          <a:xfrm>
            <a:off x="419100" y="1223590"/>
            <a:ext cx="5529118" cy="5106089"/>
          </a:xfrm>
          <a:prstGeom prst="rect">
            <a:avLst/>
          </a:prstGeom>
          <a:solidFill>
            <a:srgbClr val="014D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2198D325-1581-1DFD-F6B8-73DEB5E1125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9100" y="324808"/>
            <a:ext cx="11407139" cy="789561"/>
          </a:xfrm>
          <a:prstGeom prst="rect">
            <a:avLst/>
          </a:prstGeom>
        </p:spPr>
        <p:txBody>
          <a:bodyPr anchor="ctr"/>
          <a:lstStyle>
            <a:lvl1pPr algn="l">
              <a:defRPr sz="4000" b="1">
                <a:solidFill>
                  <a:srgbClr val="014D8D"/>
                </a:solidFill>
              </a:defRPr>
            </a:lvl1pPr>
          </a:lstStyle>
          <a:p>
            <a:r>
              <a:rPr lang="pt-BR" dirty="0"/>
              <a:t>Insira um título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FEF61D1-B532-BA22-6891-D7209AE7E74F}"/>
              </a:ext>
            </a:extLst>
          </p:cNvPr>
          <p:cNvSpPr>
            <a:spLocks/>
          </p:cNvSpPr>
          <p:nvPr userDrawn="1"/>
        </p:nvSpPr>
        <p:spPr>
          <a:xfrm>
            <a:off x="11501434" y="324808"/>
            <a:ext cx="324805" cy="324805"/>
          </a:xfrm>
          <a:prstGeom prst="rect">
            <a:avLst/>
          </a:prstGeom>
          <a:solidFill>
            <a:srgbClr val="014D8D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D685D8A-6E05-BDC7-A53F-37E53D052E88}"/>
              </a:ext>
            </a:extLst>
          </p:cNvPr>
          <p:cNvSpPr>
            <a:spLocks/>
          </p:cNvSpPr>
          <p:nvPr userDrawn="1"/>
        </p:nvSpPr>
        <p:spPr>
          <a:xfrm>
            <a:off x="11826240" y="121294"/>
            <a:ext cx="203514" cy="203514"/>
          </a:xfrm>
          <a:prstGeom prst="rect">
            <a:avLst/>
          </a:prstGeom>
          <a:solidFill>
            <a:schemeClr val="bg1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spaço Reservado para Imagem 12">
            <a:extLst>
              <a:ext uri="{FF2B5EF4-FFF2-40B4-BE49-F238E27FC236}">
                <a16:creationId xmlns:a16="http://schemas.microsoft.com/office/drawing/2014/main" id="{3127F7E3-6A63-4CDF-AF28-F99E2CB98B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1342" y="1385455"/>
            <a:ext cx="5220622" cy="4775200"/>
          </a:xfr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931968BB-D645-04CF-7CD8-146BAC6635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9100" y="6438900"/>
            <a:ext cx="7677150" cy="257175"/>
          </a:xfrm>
        </p:spPr>
        <p:txBody>
          <a:bodyPr/>
          <a:lstStyle>
            <a:lvl1pPr>
              <a:buFontTx/>
              <a:buNone/>
              <a:defRPr sz="1200" i="1"/>
            </a:lvl1pPr>
          </a:lstStyle>
          <a:p>
            <a:pPr lvl="0"/>
            <a:r>
              <a:rPr lang="pt-BR" dirty="0"/>
              <a:t>Insira o crédito ou legenda das imagens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B7D6552-B7FA-38D3-DEE5-E639C46C37EE}"/>
              </a:ext>
            </a:extLst>
          </p:cNvPr>
          <p:cNvSpPr/>
          <p:nvPr userDrawn="1"/>
        </p:nvSpPr>
        <p:spPr>
          <a:xfrm>
            <a:off x="6297121" y="1223590"/>
            <a:ext cx="5529118" cy="5106089"/>
          </a:xfrm>
          <a:prstGeom prst="rect">
            <a:avLst/>
          </a:prstGeom>
          <a:solidFill>
            <a:srgbClr val="014D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Imagem 12">
            <a:extLst>
              <a:ext uri="{FF2B5EF4-FFF2-40B4-BE49-F238E27FC236}">
                <a16:creationId xmlns:a16="http://schemas.microsoft.com/office/drawing/2014/main" id="{FDF4D2AB-B8CE-DAE3-E8CB-538BC1BA91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39363" y="1385455"/>
            <a:ext cx="5220622" cy="4775200"/>
          </a:xfr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8922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5A03762-5CE1-5B60-006E-5ADF98D97501}"/>
              </a:ext>
            </a:extLst>
          </p:cNvPr>
          <p:cNvSpPr>
            <a:spLocks/>
          </p:cNvSpPr>
          <p:nvPr userDrawn="1"/>
        </p:nvSpPr>
        <p:spPr>
          <a:xfrm>
            <a:off x="2" y="3041374"/>
            <a:ext cx="8280398" cy="361342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06F5292-BA4A-1551-E5AE-1F92402AFA75}"/>
              </a:ext>
            </a:extLst>
          </p:cNvPr>
          <p:cNvSpPr>
            <a:spLocks/>
          </p:cNvSpPr>
          <p:nvPr userDrawn="1"/>
        </p:nvSpPr>
        <p:spPr>
          <a:xfrm>
            <a:off x="365760" y="381263"/>
            <a:ext cx="618213" cy="618213"/>
          </a:xfrm>
          <a:prstGeom prst="rect">
            <a:avLst/>
          </a:prstGeom>
          <a:solidFill>
            <a:srgbClr val="4FDC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EB05DF2-7E40-E728-CB90-9E61F42DD075}"/>
              </a:ext>
            </a:extLst>
          </p:cNvPr>
          <p:cNvSpPr>
            <a:spLocks/>
          </p:cNvSpPr>
          <p:nvPr userDrawn="1"/>
        </p:nvSpPr>
        <p:spPr>
          <a:xfrm>
            <a:off x="-7618" y="3690"/>
            <a:ext cx="373379" cy="373379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226DCAF-4D20-F889-82FD-9E2B4E3AF259}"/>
              </a:ext>
            </a:extLst>
          </p:cNvPr>
          <p:cNvSpPr>
            <a:spLocks/>
          </p:cNvSpPr>
          <p:nvPr userDrawn="1"/>
        </p:nvSpPr>
        <p:spPr>
          <a:xfrm>
            <a:off x="5862318" y="365760"/>
            <a:ext cx="5963920" cy="5963920"/>
          </a:xfrm>
          <a:prstGeom prst="rect">
            <a:avLst/>
          </a:prstGeom>
          <a:solidFill>
            <a:srgbClr val="014D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spaço Reservado para Imagem 21">
            <a:extLst>
              <a:ext uri="{FF2B5EF4-FFF2-40B4-BE49-F238E27FC236}">
                <a16:creationId xmlns:a16="http://schemas.microsoft.com/office/drawing/2014/main" id="{1C9F018F-5A13-E586-BA6E-E42ABBD742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33883" y="561802"/>
            <a:ext cx="5620790" cy="5571836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2198D325-1581-1DFD-F6B8-73DEB5E1125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7145" y="1392683"/>
            <a:ext cx="5296566" cy="1445491"/>
          </a:xfrm>
          <a:prstGeom prst="rect">
            <a:avLst/>
          </a:prstGeom>
        </p:spPr>
        <p:txBody>
          <a:bodyPr anchor="ctr"/>
          <a:lstStyle>
            <a:lvl1pPr algn="l">
              <a:defRPr sz="4800" b="1">
                <a:solidFill>
                  <a:srgbClr val="014D8D"/>
                </a:solidFill>
              </a:defRPr>
            </a:lvl1pPr>
          </a:lstStyle>
          <a:p>
            <a:r>
              <a:rPr lang="pt-BR" dirty="0"/>
              <a:t>Insira um título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FEF61D1-B532-BA22-6891-D7209AE7E74F}"/>
              </a:ext>
            </a:extLst>
          </p:cNvPr>
          <p:cNvSpPr>
            <a:spLocks/>
          </p:cNvSpPr>
          <p:nvPr userDrawn="1"/>
        </p:nvSpPr>
        <p:spPr>
          <a:xfrm>
            <a:off x="5333998" y="6329678"/>
            <a:ext cx="528320" cy="528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1A65B47C-875F-1267-E9DA-7F4CB8383C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125" y="3429000"/>
            <a:ext cx="5299075" cy="2697163"/>
          </a:xfrm>
        </p:spPr>
        <p:txBody>
          <a:bodyPr/>
          <a:lstStyle>
            <a:lvl1pPr marL="0">
              <a:buFontTx/>
              <a:buNone/>
              <a:defRPr sz="2400"/>
            </a:lvl1pPr>
          </a:lstStyle>
          <a:p>
            <a:pPr lvl="0"/>
            <a:r>
              <a:rPr lang="pt-BR" dirty="0"/>
              <a:t>Clique para inserir texto</a:t>
            </a:r>
          </a:p>
        </p:txBody>
      </p:sp>
    </p:spTree>
    <p:extLst>
      <p:ext uri="{BB962C8B-B14F-4D97-AF65-F5344CB8AC3E}">
        <p14:creationId xmlns:p14="http://schemas.microsoft.com/office/powerpoint/2010/main" val="41049858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Tóp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B9382C4-5049-6552-E894-7472023C73DC}"/>
              </a:ext>
            </a:extLst>
          </p:cNvPr>
          <p:cNvSpPr>
            <a:spLocks/>
          </p:cNvSpPr>
          <p:nvPr userDrawn="1"/>
        </p:nvSpPr>
        <p:spPr>
          <a:xfrm>
            <a:off x="2" y="3041374"/>
            <a:ext cx="8280398" cy="361342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B354584A-D71D-573F-4BF7-57A63FF674F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7145" y="1392683"/>
            <a:ext cx="5296566" cy="1445491"/>
          </a:xfrm>
          <a:prstGeom prst="rect">
            <a:avLst/>
          </a:prstGeom>
        </p:spPr>
        <p:txBody>
          <a:bodyPr anchor="ctr"/>
          <a:lstStyle>
            <a:lvl1pPr algn="l">
              <a:defRPr sz="4800" b="1">
                <a:solidFill>
                  <a:srgbClr val="014D8D"/>
                </a:solidFill>
              </a:defRPr>
            </a:lvl1pPr>
          </a:lstStyle>
          <a:p>
            <a:r>
              <a:rPr lang="pt-BR" dirty="0"/>
              <a:t>Insira um título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06F5292-BA4A-1551-E5AE-1F92402AFA75}"/>
              </a:ext>
            </a:extLst>
          </p:cNvPr>
          <p:cNvSpPr>
            <a:spLocks/>
          </p:cNvSpPr>
          <p:nvPr userDrawn="1"/>
        </p:nvSpPr>
        <p:spPr>
          <a:xfrm>
            <a:off x="5333998" y="6329680"/>
            <a:ext cx="528320" cy="528320"/>
          </a:xfrm>
          <a:prstGeom prst="rect">
            <a:avLst/>
          </a:prstGeom>
          <a:solidFill>
            <a:srgbClr val="4FDC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226DCAF-4D20-F889-82FD-9E2B4E3AF259}"/>
              </a:ext>
            </a:extLst>
          </p:cNvPr>
          <p:cNvSpPr>
            <a:spLocks/>
          </p:cNvSpPr>
          <p:nvPr userDrawn="1"/>
        </p:nvSpPr>
        <p:spPr>
          <a:xfrm>
            <a:off x="5862318" y="365760"/>
            <a:ext cx="6329680" cy="5963920"/>
          </a:xfrm>
          <a:prstGeom prst="rect">
            <a:avLst/>
          </a:prstGeom>
          <a:solidFill>
            <a:srgbClr val="014D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C7FA100-CBBB-45A8-B848-96F838DD7475}"/>
              </a:ext>
            </a:extLst>
          </p:cNvPr>
          <p:cNvSpPr>
            <a:spLocks/>
          </p:cNvSpPr>
          <p:nvPr userDrawn="1"/>
        </p:nvSpPr>
        <p:spPr>
          <a:xfrm>
            <a:off x="682864" y="381263"/>
            <a:ext cx="618213" cy="618213"/>
          </a:xfrm>
          <a:prstGeom prst="rect">
            <a:avLst/>
          </a:prstGeom>
          <a:solidFill>
            <a:srgbClr val="4FDC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5D973A5-8190-DDEF-D78D-BA62C51DCF7B}"/>
              </a:ext>
            </a:extLst>
          </p:cNvPr>
          <p:cNvSpPr>
            <a:spLocks/>
          </p:cNvSpPr>
          <p:nvPr userDrawn="1"/>
        </p:nvSpPr>
        <p:spPr>
          <a:xfrm>
            <a:off x="309486" y="3690"/>
            <a:ext cx="373379" cy="373379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96B77AA-5F60-2037-2303-35F4B3CC7EEB}"/>
              </a:ext>
            </a:extLst>
          </p:cNvPr>
          <p:cNvSpPr>
            <a:spLocks/>
          </p:cNvSpPr>
          <p:nvPr userDrawn="1"/>
        </p:nvSpPr>
        <p:spPr>
          <a:xfrm>
            <a:off x="6192032" y="0"/>
            <a:ext cx="134878" cy="3602181"/>
          </a:xfrm>
          <a:prstGeom prst="rect">
            <a:avLst/>
          </a:prstGeom>
          <a:solidFill>
            <a:srgbClr val="4FDC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B12D3693-A4C0-ABD0-8A96-DA36369840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6713" y="3429000"/>
            <a:ext cx="5297487" cy="2611438"/>
          </a:xfrm>
        </p:spPr>
        <p:txBody>
          <a:bodyPr/>
          <a:lstStyle>
            <a:lvl1pPr marL="0">
              <a:buFontTx/>
              <a:buNone/>
              <a:defRPr sz="2400"/>
            </a:lvl1pPr>
          </a:lstStyle>
          <a:p>
            <a:pPr lvl="0"/>
            <a:r>
              <a:rPr lang="pt-BR" dirty="0"/>
              <a:t>Clique para inserir texto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BB365F91-09F4-3266-ECF5-F7B113DDFB6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56625" y="766763"/>
            <a:ext cx="5168230" cy="5273675"/>
          </a:xfrm>
        </p:spPr>
        <p:txBody>
          <a:bodyPr/>
          <a:lstStyle>
            <a:lvl1pPr marL="360000" indent="-360000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Clique para inserir tópicos</a:t>
            </a:r>
          </a:p>
        </p:txBody>
      </p:sp>
    </p:spTree>
    <p:extLst>
      <p:ext uri="{BB962C8B-B14F-4D97-AF65-F5344CB8AC3E}">
        <p14:creationId xmlns:p14="http://schemas.microsoft.com/office/powerpoint/2010/main" val="12419517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B9382C4-5049-6552-E894-7472023C73DC}"/>
              </a:ext>
            </a:extLst>
          </p:cNvPr>
          <p:cNvSpPr>
            <a:spLocks/>
          </p:cNvSpPr>
          <p:nvPr userDrawn="1"/>
        </p:nvSpPr>
        <p:spPr>
          <a:xfrm>
            <a:off x="1" y="3139126"/>
            <a:ext cx="8286159" cy="3515674"/>
          </a:xfrm>
          <a:prstGeom prst="rect">
            <a:avLst/>
          </a:prstGeom>
          <a:solidFill>
            <a:srgbClr val="014D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B354584A-D71D-573F-4BF7-57A63FF674F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7145" y="1392685"/>
            <a:ext cx="2998223" cy="1613366"/>
          </a:xfrm>
          <a:prstGeom prst="rect">
            <a:avLst/>
          </a:prstGeom>
        </p:spPr>
        <p:txBody>
          <a:bodyPr anchor="ctr"/>
          <a:lstStyle>
            <a:lvl1pPr algn="l">
              <a:defRPr sz="3600" b="1">
                <a:solidFill>
                  <a:srgbClr val="014D8D"/>
                </a:solidFill>
              </a:defRPr>
            </a:lvl1pPr>
          </a:lstStyle>
          <a:p>
            <a:r>
              <a:rPr lang="pt-BR" dirty="0"/>
              <a:t>Insira um título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06F5292-BA4A-1551-E5AE-1F92402AFA75}"/>
              </a:ext>
            </a:extLst>
          </p:cNvPr>
          <p:cNvSpPr>
            <a:spLocks/>
          </p:cNvSpPr>
          <p:nvPr userDrawn="1"/>
        </p:nvSpPr>
        <p:spPr>
          <a:xfrm>
            <a:off x="3202171" y="6329680"/>
            <a:ext cx="528320" cy="528320"/>
          </a:xfrm>
          <a:prstGeom prst="rect">
            <a:avLst/>
          </a:prstGeom>
          <a:solidFill>
            <a:srgbClr val="4FDC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226DCAF-4D20-F889-82FD-9E2B4E3AF259}"/>
              </a:ext>
            </a:extLst>
          </p:cNvPr>
          <p:cNvSpPr>
            <a:spLocks/>
          </p:cNvSpPr>
          <p:nvPr userDrawn="1"/>
        </p:nvSpPr>
        <p:spPr>
          <a:xfrm>
            <a:off x="3730491" y="0"/>
            <a:ext cx="8461507" cy="6329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C7FA100-CBBB-45A8-B848-96F838DD7475}"/>
              </a:ext>
            </a:extLst>
          </p:cNvPr>
          <p:cNvSpPr>
            <a:spLocks/>
          </p:cNvSpPr>
          <p:nvPr userDrawn="1"/>
        </p:nvSpPr>
        <p:spPr>
          <a:xfrm>
            <a:off x="682864" y="381263"/>
            <a:ext cx="618213" cy="618213"/>
          </a:xfrm>
          <a:prstGeom prst="rect">
            <a:avLst/>
          </a:prstGeom>
          <a:solidFill>
            <a:srgbClr val="4FDC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5D973A5-8190-DDEF-D78D-BA62C51DCF7B}"/>
              </a:ext>
            </a:extLst>
          </p:cNvPr>
          <p:cNvSpPr>
            <a:spLocks/>
          </p:cNvSpPr>
          <p:nvPr userDrawn="1"/>
        </p:nvSpPr>
        <p:spPr>
          <a:xfrm>
            <a:off x="309486" y="3690"/>
            <a:ext cx="373379" cy="373379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BCCA4B4-EAA9-7780-2BC0-9B067B9EBD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6713" y="3529013"/>
            <a:ext cx="2998787" cy="2503487"/>
          </a:xfrm>
        </p:spPr>
        <p:txBody>
          <a:bodyPr/>
          <a:lstStyle>
            <a:lvl1pPr marL="0">
              <a:buFontTx/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Clique para inserir texto</a:t>
            </a:r>
          </a:p>
        </p:txBody>
      </p:sp>
      <p:sp>
        <p:nvSpPr>
          <p:cNvPr id="15" name="Espaço Reservado para Conteúdo 14">
            <a:extLst>
              <a:ext uri="{FF2B5EF4-FFF2-40B4-BE49-F238E27FC236}">
                <a16:creationId xmlns:a16="http://schemas.microsoft.com/office/drawing/2014/main" id="{FD8B4662-CCF8-9CD5-59AE-24CF7A6E4D1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010025" y="295274"/>
            <a:ext cx="7872489" cy="5737225"/>
          </a:xfrm>
        </p:spPr>
        <p:txBody>
          <a:bodyPr/>
          <a:lstStyle>
            <a:lvl1pPr algn="ctr">
              <a:buNone/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pt-BR" dirty="0"/>
              <a:t>CLIQUE PARA INSERIR UM ELEMENTO</a:t>
            </a:r>
          </a:p>
        </p:txBody>
      </p:sp>
    </p:spTree>
    <p:extLst>
      <p:ext uri="{BB962C8B-B14F-4D97-AF65-F5344CB8AC3E}">
        <p14:creationId xmlns:p14="http://schemas.microsoft.com/office/powerpoint/2010/main" val="40844778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erir Recur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F4972397-CED8-F4CE-4E2D-8BF12574CB42}"/>
              </a:ext>
            </a:extLst>
          </p:cNvPr>
          <p:cNvSpPr>
            <a:spLocks/>
          </p:cNvSpPr>
          <p:nvPr userDrawn="1"/>
        </p:nvSpPr>
        <p:spPr>
          <a:xfrm>
            <a:off x="-2" y="0"/>
            <a:ext cx="11913139" cy="63049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1ECE9C8-AFCD-40CC-DAEB-CEC85CC5EC2F}"/>
              </a:ext>
            </a:extLst>
          </p:cNvPr>
          <p:cNvSpPr>
            <a:spLocks/>
          </p:cNvSpPr>
          <p:nvPr userDrawn="1"/>
        </p:nvSpPr>
        <p:spPr>
          <a:xfrm>
            <a:off x="7536655" y="6181009"/>
            <a:ext cx="303611" cy="303611"/>
          </a:xfrm>
          <a:prstGeom prst="rect">
            <a:avLst/>
          </a:prstGeom>
          <a:solidFill>
            <a:srgbClr val="014D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3AC0E7C-8F9F-91C0-6D4D-CBF0BD449D25}"/>
              </a:ext>
            </a:extLst>
          </p:cNvPr>
          <p:cNvSpPr>
            <a:spLocks/>
          </p:cNvSpPr>
          <p:nvPr userDrawn="1"/>
        </p:nvSpPr>
        <p:spPr>
          <a:xfrm>
            <a:off x="7840267" y="6484621"/>
            <a:ext cx="373379" cy="3733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B5E129C-5A50-D576-599B-4A9B1297AFF9}"/>
              </a:ext>
            </a:extLst>
          </p:cNvPr>
          <p:cNvSpPr>
            <a:spLocks/>
          </p:cNvSpPr>
          <p:nvPr userDrawn="1"/>
        </p:nvSpPr>
        <p:spPr>
          <a:xfrm>
            <a:off x="11778526" y="348527"/>
            <a:ext cx="413473" cy="413473"/>
          </a:xfrm>
          <a:prstGeom prst="rect">
            <a:avLst/>
          </a:prstGeom>
          <a:solidFill>
            <a:srgbClr val="014D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B217EF4-219F-D1E3-1AB0-445618EAC0B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528" y="6378301"/>
            <a:ext cx="6697086" cy="373379"/>
          </a:xfrm>
          <a:prstGeom prst="rect">
            <a:avLst/>
          </a:prstGeom>
        </p:spPr>
        <p:txBody>
          <a:bodyPr/>
          <a:lstStyle>
            <a:lvl1pPr marL="0">
              <a:buFontTx/>
              <a:buNone/>
              <a:defRPr sz="1200" i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buFontTx/>
              <a:buNone/>
              <a:defRPr sz="1200"/>
            </a:lvl2pPr>
            <a:lvl3pPr>
              <a:buFontTx/>
              <a:buNone/>
              <a:defRPr sz="1200"/>
            </a:lvl3pPr>
            <a:lvl4pPr>
              <a:buFontTx/>
              <a:buNone/>
              <a:defRPr sz="1200"/>
            </a:lvl4pPr>
            <a:lvl5pPr>
              <a:buFontTx/>
              <a:buNone/>
              <a:defRPr sz="1200"/>
            </a:lvl5pPr>
          </a:lstStyle>
          <a:p>
            <a:pPr lvl="0"/>
            <a:r>
              <a:rPr lang="pt-BR" dirty="0"/>
              <a:t>Insira uma legenda ou crédito aqui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6EC4A0E-1869-66A2-EFF6-EF39B3FA5C8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9528" y="348526"/>
            <a:ext cx="11010136" cy="5652835"/>
          </a:xfrm>
        </p:spPr>
        <p:txBody>
          <a:bodyPr/>
          <a:lstStyle>
            <a:lvl1pPr algn="ctr">
              <a:buNone/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pt-BR" dirty="0"/>
              <a:t>CLIQUE PARA INSERIR UM ELEMENTO</a:t>
            </a:r>
          </a:p>
        </p:txBody>
      </p:sp>
    </p:spTree>
    <p:extLst>
      <p:ext uri="{BB962C8B-B14F-4D97-AF65-F5344CB8AC3E}">
        <p14:creationId xmlns:p14="http://schemas.microsoft.com/office/powerpoint/2010/main" val="39052558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+ Recur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F4972397-CED8-F4CE-4E2D-8BF12574CB42}"/>
              </a:ext>
            </a:extLst>
          </p:cNvPr>
          <p:cNvSpPr>
            <a:spLocks/>
          </p:cNvSpPr>
          <p:nvPr userDrawn="1"/>
        </p:nvSpPr>
        <p:spPr>
          <a:xfrm>
            <a:off x="4376485" y="0"/>
            <a:ext cx="7536653" cy="63049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1ECE9C8-AFCD-40CC-DAEB-CEC85CC5EC2F}"/>
              </a:ext>
            </a:extLst>
          </p:cNvPr>
          <p:cNvSpPr>
            <a:spLocks/>
          </p:cNvSpPr>
          <p:nvPr userDrawn="1"/>
        </p:nvSpPr>
        <p:spPr>
          <a:xfrm>
            <a:off x="7536655" y="6181009"/>
            <a:ext cx="303611" cy="303611"/>
          </a:xfrm>
          <a:prstGeom prst="rect">
            <a:avLst/>
          </a:prstGeom>
          <a:solidFill>
            <a:srgbClr val="014D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3AC0E7C-8F9F-91C0-6D4D-CBF0BD449D25}"/>
              </a:ext>
            </a:extLst>
          </p:cNvPr>
          <p:cNvSpPr>
            <a:spLocks/>
          </p:cNvSpPr>
          <p:nvPr userDrawn="1"/>
        </p:nvSpPr>
        <p:spPr>
          <a:xfrm>
            <a:off x="7840267" y="6484621"/>
            <a:ext cx="373379" cy="3733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B5E129C-5A50-D576-599B-4A9B1297AFF9}"/>
              </a:ext>
            </a:extLst>
          </p:cNvPr>
          <p:cNvSpPr>
            <a:spLocks/>
          </p:cNvSpPr>
          <p:nvPr userDrawn="1"/>
        </p:nvSpPr>
        <p:spPr>
          <a:xfrm>
            <a:off x="11778526" y="348527"/>
            <a:ext cx="413473" cy="413473"/>
          </a:xfrm>
          <a:prstGeom prst="rect">
            <a:avLst/>
          </a:prstGeom>
          <a:solidFill>
            <a:srgbClr val="014D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B217EF4-219F-D1E3-1AB0-445618EAC0B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07345" y="6378301"/>
            <a:ext cx="2743200" cy="373379"/>
          </a:xfrm>
          <a:prstGeom prst="rect">
            <a:avLst/>
          </a:prstGeom>
        </p:spPr>
        <p:txBody>
          <a:bodyPr/>
          <a:lstStyle>
            <a:lvl1pPr marL="0">
              <a:buFontTx/>
              <a:buNone/>
              <a:defRPr sz="1200" i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buFontTx/>
              <a:buNone/>
              <a:defRPr sz="1200"/>
            </a:lvl2pPr>
            <a:lvl3pPr>
              <a:buFontTx/>
              <a:buNone/>
              <a:defRPr sz="1200"/>
            </a:lvl3pPr>
            <a:lvl4pPr>
              <a:buFontTx/>
              <a:buNone/>
              <a:defRPr sz="1200"/>
            </a:lvl4pPr>
            <a:lvl5pPr>
              <a:buFontTx/>
              <a:buNone/>
              <a:defRPr sz="1200"/>
            </a:lvl5pPr>
          </a:lstStyle>
          <a:p>
            <a:pPr lvl="0"/>
            <a:r>
              <a:rPr lang="pt-BR" dirty="0"/>
              <a:t>Insira uma legenda ou crédito aqui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6EC4A0E-1869-66A2-EFF6-EF39B3FA5C8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38255" y="348526"/>
            <a:ext cx="6761410" cy="5652835"/>
          </a:xfrm>
        </p:spPr>
        <p:txBody>
          <a:bodyPr/>
          <a:lstStyle>
            <a:lvl1pPr algn="ctr">
              <a:buNone/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pt-BR" dirty="0"/>
              <a:t>CLIQUE PARA INSERIR UM ELEMENTO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6A4944F-E947-99E1-DE0D-174BB3E205BA}"/>
              </a:ext>
            </a:extLst>
          </p:cNvPr>
          <p:cNvSpPr/>
          <p:nvPr userDrawn="1"/>
        </p:nvSpPr>
        <p:spPr>
          <a:xfrm>
            <a:off x="0" y="0"/>
            <a:ext cx="4376485" cy="6858000"/>
          </a:xfrm>
          <a:prstGeom prst="rect">
            <a:avLst/>
          </a:prstGeom>
          <a:solidFill>
            <a:srgbClr val="014D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6917BBEE-394C-A716-0CC5-1A6636CA8BB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4097624" cy="6858000"/>
          </a:xfr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5985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+ 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F8DA8C62-4471-5984-4B0E-269FCDD89622}"/>
              </a:ext>
            </a:extLst>
          </p:cNvPr>
          <p:cNvSpPr/>
          <p:nvPr userDrawn="1"/>
        </p:nvSpPr>
        <p:spPr>
          <a:xfrm>
            <a:off x="0" y="0"/>
            <a:ext cx="7136296" cy="6858000"/>
          </a:xfrm>
          <a:prstGeom prst="rect">
            <a:avLst/>
          </a:prstGeom>
          <a:solidFill>
            <a:srgbClr val="014D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5BD2A24-2D5A-C0E9-DA66-64625FF399B6}"/>
              </a:ext>
            </a:extLst>
          </p:cNvPr>
          <p:cNvSpPr>
            <a:spLocks/>
          </p:cNvSpPr>
          <p:nvPr userDrawn="1"/>
        </p:nvSpPr>
        <p:spPr>
          <a:xfrm>
            <a:off x="6881090" y="695324"/>
            <a:ext cx="5310909" cy="55946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1ECE9C8-AFCD-40CC-DAEB-CEC85CC5EC2F}"/>
              </a:ext>
            </a:extLst>
          </p:cNvPr>
          <p:cNvSpPr>
            <a:spLocks/>
          </p:cNvSpPr>
          <p:nvPr userDrawn="1"/>
        </p:nvSpPr>
        <p:spPr>
          <a:xfrm>
            <a:off x="7426037" y="5956301"/>
            <a:ext cx="528320" cy="528320"/>
          </a:xfrm>
          <a:prstGeom prst="rect">
            <a:avLst/>
          </a:prstGeom>
          <a:solidFill>
            <a:srgbClr val="38B6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3AC0E7C-8F9F-91C0-6D4D-CBF0BD449D25}"/>
              </a:ext>
            </a:extLst>
          </p:cNvPr>
          <p:cNvSpPr>
            <a:spLocks/>
          </p:cNvSpPr>
          <p:nvPr userDrawn="1"/>
        </p:nvSpPr>
        <p:spPr>
          <a:xfrm>
            <a:off x="7954357" y="6484621"/>
            <a:ext cx="373379" cy="3733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spaço Reservado para Imagem 9">
            <a:extLst>
              <a:ext uri="{FF2B5EF4-FFF2-40B4-BE49-F238E27FC236}">
                <a16:creationId xmlns:a16="http://schemas.microsoft.com/office/drawing/2014/main" id="{844060D5-D877-E960-0DA4-14E59B97AC4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6881091" cy="685800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11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C524938D-56F2-4537-4F9B-D97D56CE58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26036" y="1186078"/>
            <a:ext cx="4415007" cy="858838"/>
          </a:xfrm>
          <a:prstGeom prst="rect">
            <a:avLst/>
          </a:prstGeom>
        </p:spPr>
        <p:txBody>
          <a:bodyPr anchor="ctr"/>
          <a:lstStyle>
            <a:lvl1pPr marL="0">
              <a:buFontTx/>
              <a:buNone/>
              <a:defRPr sz="2800" b="1">
                <a:solidFill>
                  <a:srgbClr val="014D8D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 dirty="0"/>
              <a:t>Insira um título</a:t>
            </a:r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DED470C1-D7BE-FF69-696D-3A00CF800D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26324" y="2352169"/>
            <a:ext cx="4414693" cy="3408869"/>
          </a:xfrm>
        </p:spPr>
        <p:txBody>
          <a:bodyPr/>
          <a:lstStyle>
            <a:lvl1pPr marL="0">
              <a:buFontTx/>
              <a:buNone/>
              <a:defRPr sz="2000"/>
            </a:lvl1pPr>
          </a:lstStyle>
          <a:p>
            <a:pPr lvl="0"/>
            <a:r>
              <a:rPr lang="pt-BR" dirty="0"/>
              <a:t>Clique para inserir texto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6C02658-195E-D0DA-3F5F-B7F578A15D82}"/>
              </a:ext>
            </a:extLst>
          </p:cNvPr>
          <p:cNvSpPr>
            <a:spLocks/>
          </p:cNvSpPr>
          <p:nvPr userDrawn="1"/>
        </p:nvSpPr>
        <p:spPr>
          <a:xfrm>
            <a:off x="11051913" y="127287"/>
            <a:ext cx="260784" cy="260784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6301394-16A0-F19F-C84A-1533853CD950}"/>
              </a:ext>
            </a:extLst>
          </p:cNvPr>
          <p:cNvSpPr>
            <a:spLocks/>
          </p:cNvSpPr>
          <p:nvPr userDrawn="1"/>
        </p:nvSpPr>
        <p:spPr>
          <a:xfrm>
            <a:off x="11312697" y="388071"/>
            <a:ext cx="528320" cy="528320"/>
          </a:xfrm>
          <a:prstGeom prst="rect">
            <a:avLst/>
          </a:prstGeom>
          <a:solidFill>
            <a:srgbClr val="014D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17983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+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F8DA8C62-4471-5984-4B0E-269FCDD89622}"/>
              </a:ext>
            </a:extLst>
          </p:cNvPr>
          <p:cNvSpPr/>
          <p:nvPr userDrawn="1"/>
        </p:nvSpPr>
        <p:spPr>
          <a:xfrm>
            <a:off x="0" y="0"/>
            <a:ext cx="7136296" cy="6858000"/>
          </a:xfrm>
          <a:prstGeom prst="rect">
            <a:avLst/>
          </a:prstGeom>
          <a:solidFill>
            <a:srgbClr val="014D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92CE47E-BD4D-6AF6-575B-1FCA9695768A}"/>
              </a:ext>
            </a:extLst>
          </p:cNvPr>
          <p:cNvSpPr>
            <a:spLocks/>
          </p:cNvSpPr>
          <p:nvPr userDrawn="1"/>
        </p:nvSpPr>
        <p:spPr>
          <a:xfrm>
            <a:off x="6881090" y="695324"/>
            <a:ext cx="5310909" cy="55946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1ECE9C8-AFCD-40CC-DAEB-CEC85CC5EC2F}"/>
              </a:ext>
            </a:extLst>
          </p:cNvPr>
          <p:cNvSpPr>
            <a:spLocks/>
          </p:cNvSpPr>
          <p:nvPr userDrawn="1"/>
        </p:nvSpPr>
        <p:spPr>
          <a:xfrm>
            <a:off x="7426037" y="5956301"/>
            <a:ext cx="528320" cy="528320"/>
          </a:xfrm>
          <a:prstGeom prst="rect">
            <a:avLst/>
          </a:prstGeom>
          <a:solidFill>
            <a:srgbClr val="38B6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3AC0E7C-8F9F-91C0-6D4D-CBF0BD449D25}"/>
              </a:ext>
            </a:extLst>
          </p:cNvPr>
          <p:cNvSpPr>
            <a:spLocks/>
          </p:cNvSpPr>
          <p:nvPr userDrawn="1"/>
        </p:nvSpPr>
        <p:spPr>
          <a:xfrm>
            <a:off x="7954357" y="6484621"/>
            <a:ext cx="373379" cy="3733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spaço Reservado para Imagem 9">
            <a:extLst>
              <a:ext uri="{FF2B5EF4-FFF2-40B4-BE49-F238E27FC236}">
                <a16:creationId xmlns:a16="http://schemas.microsoft.com/office/drawing/2014/main" id="{844060D5-D877-E960-0DA4-14E59B97AC4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6881091" cy="685800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11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0E886A2-83D1-D7AE-7749-F173792C1E44}"/>
              </a:ext>
            </a:extLst>
          </p:cNvPr>
          <p:cNvSpPr>
            <a:spLocks/>
          </p:cNvSpPr>
          <p:nvPr userDrawn="1"/>
        </p:nvSpPr>
        <p:spPr>
          <a:xfrm>
            <a:off x="11820525" y="127287"/>
            <a:ext cx="260784" cy="260784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DED470C1-D7BE-FF69-696D-3A00CF800D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26325" y="1177175"/>
            <a:ext cx="4394200" cy="4584468"/>
          </a:xfrm>
        </p:spPr>
        <p:txBody>
          <a:bodyPr anchor="ctr"/>
          <a:lstStyle>
            <a:lvl1pPr marL="0">
              <a:buFontTx/>
              <a:buNone/>
              <a:defRPr sz="2400"/>
            </a:lvl1pPr>
          </a:lstStyle>
          <a:p>
            <a:pPr lvl="0"/>
            <a:r>
              <a:rPr lang="pt-BR" dirty="0"/>
              <a:t>Clique para inserir texto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569E8F0-87CD-E433-81FF-02C692CBD803}"/>
              </a:ext>
            </a:extLst>
          </p:cNvPr>
          <p:cNvSpPr>
            <a:spLocks/>
          </p:cNvSpPr>
          <p:nvPr userDrawn="1"/>
        </p:nvSpPr>
        <p:spPr>
          <a:xfrm>
            <a:off x="11292205" y="388071"/>
            <a:ext cx="528320" cy="528320"/>
          </a:xfrm>
          <a:prstGeom prst="rect">
            <a:avLst/>
          </a:prstGeom>
          <a:solidFill>
            <a:srgbClr val="014D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73278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ns +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F4972397-CED8-F4CE-4E2D-8BF12574CB42}"/>
              </a:ext>
            </a:extLst>
          </p:cNvPr>
          <p:cNvSpPr>
            <a:spLocks/>
          </p:cNvSpPr>
          <p:nvPr userDrawn="1"/>
        </p:nvSpPr>
        <p:spPr>
          <a:xfrm>
            <a:off x="-1" y="1"/>
            <a:ext cx="8533993" cy="5476178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92CE47E-BD4D-6AF6-575B-1FCA9695768A}"/>
              </a:ext>
            </a:extLst>
          </p:cNvPr>
          <p:cNvSpPr>
            <a:spLocks/>
          </p:cNvSpPr>
          <p:nvPr userDrawn="1"/>
        </p:nvSpPr>
        <p:spPr>
          <a:xfrm>
            <a:off x="1" y="5281296"/>
            <a:ext cx="7610764" cy="15767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spaço Reservado para Imagem 9">
            <a:extLst>
              <a:ext uri="{FF2B5EF4-FFF2-40B4-BE49-F238E27FC236}">
                <a16:creationId xmlns:a16="http://schemas.microsoft.com/office/drawing/2014/main" id="{844060D5-D877-E960-0DA4-14E59B97AC4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8348946" cy="5281296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11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1ECE9C8-AFCD-40CC-DAEB-CEC85CC5EC2F}"/>
              </a:ext>
            </a:extLst>
          </p:cNvPr>
          <p:cNvSpPr>
            <a:spLocks/>
          </p:cNvSpPr>
          <p:nvPr userDrawn="1"/>
        </p:nvSpPr>
        <p:spPr>
          <a:xfrm>
            <a:off x="7311947" y="5956301"/>
            <a:ext cx="528320" cy="528320"/>
          </a:xfrm>
          <a:prstGeom prst="rect">
            <a:avLst/>
          </a:prstGeom>
          <a:solidFill>
            <a:srgbClr val="77C5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3AC0E7C-8F9F-91C0-6D4D-CBF0BD449D25}"/>
              </a:ext>
            </a:extLst>
          </p:cNvPr>
          <p:cNvSpPr>
            <a:spLocks/>
          </p:cNvSpPr>
          <p:nvPr userDrawn="1"/>
        </p:nvSpPr>
        <p:spPr>
          <a:xfrm>
            <a:off x="7840267" y="6484621"/>
            <a:ext cx="373379" cy="3733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2723B600-1640-F6BA-9F9E-0614CB51ED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7350" y="5964841"/>
            <a:ext cx="6415233" cy="528320"/>
          </a:xfrm>
          <a:prstGeom prst="rect">
            <a:avLst/>
          </a:prstGeom>
        </p:spPr>
        <p:txBody>
          <a:bodyPr anchor="ctr"/>
          <a:lstStyle>
            <a:lvl1pPr marL="0" indent="0" algn="l">
              <a:buFontTx/>
              <a:buNone/>
              <a:defRPr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inserir texto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8A439F4-4656-F980-DDCF-C391BC62EA9A}"/>
              </a:ext>
            </a:extLst>
          </p:cNvPr>
          <p:cNvSpPr>
            <a:spLocks/>
          </p:cNvSpPr>
          <p:nvPr userDrawn="1"/>
        </p:nvSpPr>
        <p:spPr>
          <a:xfrm>
            <a:off x="8349673" y="2687466"/>
            <a:ext cx="3842326" cy="35741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spaço Reservado para Imagem 21">
            <a:extLst>
              <a:ext uri="{FF2B5EF4-FFF2-40B4-BE49-F238E27FC236}">
                <a16:creationId xmlns:a16="http://schemas.microsoft.com/office/drawing/2014/main" id="{8926F378-3C87-4BC1-4AA3-E6645120B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533993" y="2882348"/>
            <a:ext cx="3658006" cy="3180521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6EAC934-BC6C-E89F-118E-1DAB7D8B46A8}"/>
              </a:ext>
            </a:extLst>
          </p:cNvPr>
          <p:cNvSpPr>
            <a:spLocks/>
          </p:cNvSpPr>
          <p:nvPr userDrawn="1"/>
        </p:nvSpPr>
        <p:spPr>
          <a:xfrm>
            <a:off x="8875607" y="1783025"/>
            <a:ext cx="618213" cy="618213"/>
          </a:xfrm>
          <a:prstGeom prst="rect">
            <a:avLst/>
          </a:prstGeom>
          <a:solidFill>
            <a:schemeClr val="tx2">
              <a:lumMod val="75000"/>
              <a:lumOff val="2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F61327F-1794-12B4-AE4F-5445E4AA667A}"/>
              </a:ext>
            </a:extLst>
          </p:cNvPr>
          <p:cNvSpPr>
            <a:spLocks/>
          </p:cNvSpPr>
          <p:nvPr userDrawn="1"/>
        </p:nvSpPr>
        <p:spPr>
          <a:xfrm>
            <a:off x="9493820" y="1405452"/>
            <a:ext cx="373379" cy="373379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7C0A460B-E3AD-7A19-B161-89107C34D1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7205" y="5479181"/>
            <a:ext cx="6415233" cy="408193"/>
          </a:xfrm>
          <a:prstGeom prst="rect">
            <a:avLst/>
          </a:prstGeom>
        </p:spPr>
        <p:txBody>
          <a:bodyPr anchor="ctr"/>
          <a:lstStyle>
            <a:lvl1pPr marL="0">
              <a:buFontTx/>
              <a:buNone/>
              <a:defRPr b="1">
                <a:solidFill>
                  <a:srgbClr val="014D8D"/>
                </a:solidFill>
              </a:defRPr>
            </a:lvl1pPr>
            <a:lvl2pPr>
              <a:buFontTx/>
              <a:buNone/>
              <a:defRPr>
                <a:solidFill>
                  <a:srgbClr val="014D8D"/>
                </a:solidFill>
              </a:defRPr>
            </a:lvl2pPr>
            <a:lvl3pPr>
              <a:buFontTx/>
              <a:buNone/>
              <a:defRPr>
                <a:solidFill>
                  <a:srgbClr val="014D8D"/>
                </a:solidFill>
              </a:defRPr>
            </a:lvl3pPr>
            <a:lvl4pPr>
              <a:buFontTx/>
              <a:buNone/>
              <a:defRPr>
                <a:solidFill>
                  <a:srgbClr val="014D8D"/>
                </a:solidFill>
              </a:defRPr>
            </a:lvl4pPr>
            <a:lvl5pPr>
              <a:buFontTx/>
              <a:buNone/>
              <a:defRPr>
                <a:solidFill>
                  <a:srgbClr val="014D8D"/>
                </a:solidFill>
              </a:defRPr>
            </a:lvl5pPr>
          </a:lstStyle>
          <a:p>
            <a:pPr lvl="0"/>
            <a:r>
              <a:rPr lang="pt-BR" dirty="0"/>
              <a:t>Clique para inserir um título</a:t>
            </a:r>
          </a:p>
        </p:txBody>
      </p:sp>
    </p:spTree>
    <p:extLst>
      <p:ext uri="{BB962C8B-B14F-4D97-AF65-F5344CB8AC3E}">
        <p14:creationId xmlns:p14="http://schemas.microsoft.com/office/powerpoint/2010/main" val="29205887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ns +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92CE47E-BD4D-6AF6-575B-1FCA9695768A}"/>
              </a:ext>
            </a:extLst>
          </p:cNvPr>
          <p:cNvSpPr>
            <a:spLocks/>
          </p:cNvSpPr>
          <p:nvPr userDrawn="1"/>
        </p:nvSpPr>
        <p:spPr>
          <a:xfrm>
            <a:off x="229502" y="617628"/>
            <a:ext cx="6960359" cy="16201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2723B600-1640-F6BA-9F9E-0614CB51ED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7129" y="1401931"/>
            <a:ext cx="6263962" cy="703961"/>
          </a:xfrm>
          <a:prstGeom prst="rect">
            <a:avLst/>
          </a:prstGeom>
        </p:spPr>
        <p:txBody>
          <a:bodyPr anchor="ctr"/>
          <a:lstStyle>
            <a:lvl1pPr marL="0" indent="0" algn="l">
              <a:buFontTx/>
              <a:buNone/>
              <a:defRPr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inserir texto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3D7E251-B8DB-E438-A3C0-E932067BE0CA}"/>
              </a:ext>
            </a:extLst>
          </p:cNvPr>
          <p:cNvSpPr>
            <a:spLocks/>
          </p:cNvSpPr>
          <p:nvPr userDrawn="1"/>
        </p:nvSpPr>
        <p:spPr>
          <a:xfrm>
            <a:off x="-7231" y="2237804"/>
            <a:ext cx="7610764" cy="4620196"/>
          </a:xfrm>
          <a:prstGeom prst="rect">
            <a:avLst/>
          </a:prstGeom>
          <a:solidFill>
            <a:srgbClr val="ACCBDE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Imagem 21">
            <a:extLst>
              <a:ext uri="{FF2B5EF4-FFF2-40B4-BE49-F238E27FC236}">
                <a16:creationId xmlns:a16="http://schemas.microsoft.com/office/drawing/2014/main" id="{764E0C66-E889-3935-32D8-84ACF4F8AE7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97702" y="2450642"/>
            <a:ext cx="7200899" cy="440735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9ADE135-657A-2EF0-A51B-386C67D564C6}"/>
              </a:ext>
            </a:extLst>
          </p:cNvPr>
          <p:cNvSpPr>
            <a:spLocks/>
          </p:cNvSpPr>
          <p:nvPr userDrawn="1"/>
        </p:nvSpPr>
        <p:spPr>
          <a:xfrm>
            <a:off x="7398601" y="0"/>
            <a:ext cx="4563896" cy="3818031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spaço Reservado para Imagem 21">
            <a:extLst>
              <a:ext uri="{FF2B5EF4-FFF2-40B4-BE49-F238E27FC236}">
                <a16:creationId xmlns:a16="http://schemas.microsoft.com/office/drawing/2014/main" id="{4AE0DD70-5899-0DA1-1205-97E70FBB1F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03533" y="0"/>
            <a:ext cx="4144519" cy="3619249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8A439F4-4656-F980-DDCF-C391BC62EA9A}"/>
              </a:ext>
            </a:extLst>
          </p:cNvPr>
          <p:cNvSpPr>
            <a:spLocks/>
          </p:cNvSpPr>
          <p:nvPr userDrawn="1"/>
        </p:nvSpPr>
        <p:spPr>
          <a:xfrm>
            <a:off x="8349673" y="3619249"/>
            <a:ext cx="3842326" cy="26424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spaço Reservado para Imagem 21">
            <a:extLst>
              <a:ext uri="{FF2B5EF4-FFF2-40B4-BE49-F238E27FC236}">
                <a16:creationId xmlns:a16="http://schemas.microsoft.com/office/drawing/2014/main" id="{8926F378-3C87-4BC1-4AA3-E6645120B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533993" y="3818031"/>
            <a:ext cx="3658006" cy="22448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1ECE9C8-AFCD-40CC-DAEB-CEC85CC5EC2F}"/>
              </a:ext>
            </a:extLst>
          </p:cNvPr>
          <p:cNvSpPr>
            <a:spLocks/>
          </p:cNvSpPr>
          <p:nvPr userDrawn="1"/>
        </p:nvSpPr>
        <p:spPr>
          <a:xfrm>
            <a:off x="7398601" y="5956301"/>
            <a:ext cx="528320" cy="52832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3AC0E7C-8F9F-91C0-6D4D-CBF0BD449D25}"/>
              </a:ext>
            </a:extLst>
          </p:cNvPr>
          <p:cNvSpPr>
            <a:spLocks/>
          </p:cNvSpPr>
          <p:nvPr userDrawn="1"/>
        </p:nvSpPr>
        <p:spPr>
          <a:xfrm>
            <a:off x="7926921" y="6484621"/>
            <a:ext cx="373379" cy="373379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38E64D2-1473-BA06-F032-EBD728B7B78D}"/>
              </a:ext>
            </a:extLst>
          </p:cNvPr>
          <p:cNvSpPr>
            <a:spLocks/>
          </p:cNvSpPr>
          <p:nvPr userDrawn="1"/>
        </p:nvSpPr>
        <p:spPr>
          <a:xfrm>
            <a:off x="5882023" y="203611"/>
            <a:ext cx="591127" cy="591127"/>
          </a:xfrm>
          <a:prstGeom prst="rect">
            <a:avLst/>
          </a:prstGeom>
          <a:solidFill>
            <a:srgbClr val="33B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D72D543-FBE2-A381-C5B7-48B8A110F9C7}"/>
              </a:ext>
            </a:extLst>
          </p:cNvPr>
          <p:cNvSpPr>
            <a:spLocks/>
          </p:cNvSpPr>
          <p:nvPr userDrawn="1"/>
        </p:nvSpPr>
        <p:spPr>
          <a:xfrm>
            <a:off x="6473150" y="-5957"/>
            <a:ext cx="192694" cy="192694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D996C8C9-3BED-DB4B-9967-1F866E337E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7538" y="895350"/>
            <a:ext cx="6264275" cy="442913"/>
          </a:xfrm>
          <a:prstGeom prst="rect">
            <a:avLst/>
          </a:prstGeom>
        </p:spPr>
        <p:txBody>
          <a:bodyPr anchor="ctr"/>
          <a:lstStyle>
            <a:lvl1pPr marL="0">
              <a:buFontTx/>
              <a:buNone/>
              <a:defRPr b="1">
                <a:solidFill>
                  <a:srgbClr val="014D8D"/>
                </a:solidFill>
              </a:defRPr>
            </a:lvl1pPr>
            <a:lvl2pPr>
              <a:buFontTx/>
              <a:buNone/>
              <a:defRPr b="1">
                <a:solidFill>
                  <a:srgbClr val="014D8D"/>
                </a:solidFill>
              </a:defRPr>
            </a:lvl2pPr>
            <a:lvl3pPr>
              <a:buFontTx/>
              <a:buNone/>
              <a:defRPr b="1">
                <a:solidFill>
                  <a:srgbClr val="014D8D"/>
                </a:solidFill>
              </a:defRPr>
            </a:lvl3pPr>
            <a:lvl4pPr>
              <a:buFontTx/>
              <a:buNone/>
              <a:defRPr b="1">
                <a:solidFill>
                  <a:srgbClr val="014D8D"/>
                </a:solidFill>
              </a:defRPr>
            </a:lvl4pPr>
            <a:lvl5pPr>
              <a:buFontTx/>
              <a:buNone/>
              <a:defRPr b="1">
                <a:solidFill>
                  <a:srgbClr val="014D8D"/>
                </a:solidFill>
              </a:defRPr>
            </a:lvl5pPr>
          </a:lstStyle>
          <a:p>
            <a:pPr lvl="0"/>
            <a:r>
              <a:rPr lang="pt-BR" dirty="0"/>
              <a:t>Clique para inserir um título</a:t>
            </a:r>
          </a:p>
        </p:txBody>
      </p:sp>
    </p:spTree>
    <p:extLst>
      <p:ext uri="{BB962C8B-B14F-4D97-AF65-F5344CB8AC3E}">
        <p14:creationId xmlns:p14="http://schemas.microsoft.com/office/powerpoint/2010/main" val="35630440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F4972397-CED8-F4CE-4E2D-8BF12574CB42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1999" cy="6304973"/>
          </a:xfrm>
          <a:prstGeom prst="rect">
            <a:avLst/>
          </a:prstGeom>
          <a:solidFill>
            <a:srgbClr val="014D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Mídia 5">
            <a:extLst>
              <a:ext uri="{FF2B5EF4-FFF2-40B4-BE49-F238E27FC236}">
                <a16:creationId xmlns:a16="http://schemas.microsoft.com/office/drawing/2014/main" id="{A2C7109F-F09F-7E8B-7E6B-B6B13DFD14C7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669359" y="78256"/>
            <a:ext cx="10853282" cy="6104971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1ECE9C8-AFCD-40CC-DAEB-CEC85CC5EC2F}"/>
              </a:ext>
            </a:extLst>
          </p:cNvPr>
          <p:cNvSpPr>
            <a:spLocks/>
          </p:cNvSpPr>
          <p:nvPr userDrawn="1"/>
        </p:nvSpPr>
        <p:spPr>
          <a:xfrm>
            <a:off x="7536655" y="6181009"/>
            <a:ext cx="303611" cy="303611"/>
          </a:xfrm>
          <a:prstGeom prst="rect">
            <a:avLst/>
          </a:prstGeom>
          <a:solidFill>
            <a:srgbClr val="79E3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3AC0E7C-8F9F-91C0-6D4D-CBF0BD449D25}"/>
              </a:ext>
            </a:extLst>
          </p:cNvPr>
          <p:cNvSpPr>
            <a:spLocks/>
          </p:cNvSpPr>
          <p:nvPr userDrawn="1"/>
        </p:nvSpPr>
        <p:spPr>
          <a:xfrm>
            <a:off x="7840267" y="6484621"/>
            <a:ext cx="373379" cy="3733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D8F2AFB-A1E2-3B46-9F62-C8AD623154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1024" y="6378302"/>
            <a:ext cx="6678613" cy="344762"/>
          </a:xfrm>
          <a:prstGeom prst="rect">
            <a:avLst/>
          </a:prstGeom>
        </p:spPr>
        <p:txBody>
          <a:bodyPr/>
          <a:lstStyle>
            <a:lvl1pPr marL="0">
              <a:buFontTx/>
              <a:buNone/>
              <a:defRPr sz="1200" i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buFontTx/>
              <a:buNone/>
              <a:defRPr sz="1200" i="1">
                <a:solidFill>
                  <a:schemeClr val="tx1">
                    <a:lumMod val="65000"/>
                    <a:lumOff val="35000"/>
                  </a:schemeClr>
                </a:solidFill>
                <a:latin typeface="Aptos Light" panose="020B0004020202020204" pitchFamily="34" charset="0"/>
              </a:defRPr>
            </a:lvl2pPr>
            <a:lvl3pPr>
              <a:buFontTx/>
              <a:buNone/>
              <a:defRPr sz="1200" i="1">
                <a:solidFill>
                  <a:schemeClr val="tx1">
                    <a:lumMod val="65000"/>
                    <a:lumOff val="35000"/>
                  </a:schemeClr>
                </a:solidFill>
                <a:latin typeface="Aptos Light" panose="020B0004020202020204" pitchFamily="34" charset="0"/>
              </a:defRPr>
            </a:lvl3pPr>
            <a:lvl4pPr>
              <a:buFontTx/>
              <a:buNone/>
              <a:defRPr sz="1200" i="1">
                <a:solidFill>
                  <a:schemeClr val="tx1">
                    <a:lumMod val="65000"/>
                    <a:lumOff val="35000"/>
                  </a:schemeClr>
                </a:solidFill>
                <a:latin typeface="Aptos Light" panose="020B0004020202020204" pitchFamily="34" charset="0"/>
              </a:defRPr>
            </a:lvl4pPr>
            <a:lvl5pPr>
              <a:buFontTx/>
              <a:buNone/>
              <a:defRPr sz="1200" i="1">
                <a:solidFill>
                  <a:schemeClr val="tx1">
                    <a:lumMod val="65000"/>
                    <a:lumOff val="35000"/>
                  </a:schemeClr>
                </a:solidFill>
                <a:latin typeface="Aptos Light" panose="020B0004020202020204" pitchFamily="34" charset="0"/>
              </a:defRPr>
            </a:lvl5pPr>
          </a:lstStyle>
          <a:p>
            <a:pPr lvl="0"/>
            <a:r>
              <a:rPr lang="pt-BR" dirty="0"/>
              <a:t>Insira uma legenda ou crédito da mídia aqui.</a:t>
            </a:r>
          </a:p>
        </p:txBody>
      </p:sp>
    </p:spTree>
    <p:extLst>
      <p:ext uri="{BB962C8B-B14F-4D97-AF65-F5344CB8AC3E}">
        <p14:creationId xmlns:p14="http://schemas.microsoft.com/office/powerpoint/2010/main" val="6826753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F4972397-CED8-F4CE-4E2D-8BF12574CB42}"/>
              </a:ext>
            </a:extLst>
          </p:cNvPr>
          <p:cNvSpPr>
            <a:spLocks/>
          </p:cNvSpPr>
          <p:nvPr userDrawn="1"/>
        </p:nvSpPr>
        <p:spPr>
          <a:xfrm>
            <a:off x="-2" y="0"/>
            <a:ext cx="11913139" cy="6304973"/>
          </a:xfrm>
          <a:prstGeom prst="rect">
            <a:avLst/>
          </a:prstGeom>
          <a:solidFill>
            <a:schemeClr val="bg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1ECE9C8-AFCD-40CC-DAEB-CEC85CC5EC2F}"/>
              </a:ext>
            </a:extLst>
          </p:cNvPr>
          <p:cNvSpPr>
            <a:spLocks/>
          </p:cNvSpPr>
          <p:nvPr userDrawn="1"/>
        </p:nvSpPr>
        <p:spPr>
          <a:xfrm>
            <a:off x="7536655" y="6181009"/>
            <a:ext cx="303611" cy="303611"/>
          </a:xfrm>
          <a:prstGeom prst="rect">
            <a:avLst/>
          </a:prstGeom>
          <a:solidFill>
            <a:srgbClr val="79E3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3AC0E7C-8F9F-91C0-6D4D-CBF0BD449D25}"/>
              </a:ext>
            </a:extLst>
          </p:cNvPr>
          <p:cNvSpPr>
            <a:spLocks/>
          </p:cNvSpPr>
          <p:nvPr userDrawn="1"/>
        </p:nvSpPr>
        <p:spPr>
          <a:xfrm>
            <a:off x="7840267" y="6484621"/>
            <a:ext cx="373379" cy="3733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B5E129C-5A50-D576-599B-4A9B1297AFF9}"/>
              </a:ext>
            </a:extLst>
          </p:cNvPr>
          <p:cNvSpPr>
            <a:spLocks/>
          </p:cNvSpPr>
          <p:nvPr userDrawn="1"/>
        </p:nvSpPr>
        <p:spPr>
          <a:xfrm>
            <a:off x="11778526" y="348527"/>
            <a:ext cx="413473" cy="413473"/>
          </a:xfrm>
          <a:prstGeom prst="rect">
            <a:avLst/>
          </a:prstGeom>
          <a:solidFill>
            <a:srgbClr val="014D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7144E91C-E174-8D81-F6AB-63DD2114FFE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4300" y="147216"/>
            <a:ext cx="11664226" cy="6033792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B217EF4-219F-D1E3-1AB0-445618EAC0B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528" y="6378301"/>
            <a:ext cx="6697086" cy="373379"/>
          </a:xfrm>
          <a:prstGeom prst="rect">
            <a:avLst/>
          </a:prstGeom>
        </p:spPr>
        <p:txBody>
          <a:bodyPr/>
          <a:lstStyle>
            <a:lvl1pPr marL="0">
              <a:buFontTx/>
              <a:buNone/>
              <a:defRPr sz="1200" i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buFontTx/>
              <a:buNone/>
              <a:defRPr sz="1200"/>
            </a:lvl2pPr>
            <a:lvl3pPr>
              <a:buFontTx/>
              <a:buNone/>
              <a:defRPr sz="1200"/>
            </a:lvl3pPr>
            <a:lvl4pPr>
              <a:buFontTx/>
              <a:buNone/>
              <a:defRPr sz="1200"/>
            </a:lvl4pPr>
            <a:lvl5pPr>
              <a:buFontTx/>
              <a:buNone/>
              <a:defRPr sz="1200"/>
            </a:lvl5pPr>
          </a:lstStyle>
          <a:p>
            <a:pPr lvl="0"/>
            <a:r>
              <a:rPr lang="pt-BR" dirty="0"/>
              <a:t>Insira uma legenda ou crédito da imagem aqui</a:t>
            </a:r>
          </a:p>
        </p:txBody>
      </p:sp>
    </p:spTree>
    <p:extLst>
      <p:ext uri="{BB962C8B-B14F-4D97-AF65-F5344CB8AC3E}">
        <p14:creationId xmlns:p14="http://schemas.microsoft.com/office/powerpoint/2010/main" val="29737066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061611C3-0CAF-33A5-A6F8-4E83786CB1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FD9A013E-AD5C-481F-4F22-45C0D519CE65}"/>
              </a:ext>
            </a:extLst>
          </p:cNvPr>
          <p:cNvSpPr txBox="1"/>
          <p:nvPr userDrawn="1"/>
        </p:nvSpPr>
        <p:spPr>
          <a:xfrm>
            <a:off x="4594383" y="6359900"/>
            <a:ext cx="31175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spc="300" dirty="0">
                <a:solidFill>
                  <a:srgbClr val="014D8D"/>
                </a:solidFill>
              </a:rPr>
              <a:t>www.</a:t>
            </a:r>
            <a:r>
              <a:rPr lang="pt-BR" sz="1200" b="1" spc="300" dirty="0">
                <a:solidFill>
                  <a:srgbClr val="014D8D"/>
                </a:solidFill>
              </a:rPr>
              <a:t>unicesumar</a:t>
            </a:r>
            <a:r>
              <a:rPr lang="pt-BR" sz="1200" spc="300" dirty="0">
                <a:solidFill>
                  <a:srgbClr val="014D8D"/>
                </a:solidFill>
              </a:rPr>
              <a:t>.edu.br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A72D648-6E60-4472-A3CE-CF2C60BAC75F}"/>
              </a:ext>
            </a:extLst>
          </p:cNvPr>
          <p:cNvSpPr txBox="1"/>
          <p:nvPr userDrawn="1"/>
        </p:nvSpPr>
        <p:spPr>
          <a:xfrm>
            <a:off x="2662237" y="1157195"/>
            <a:ext cx="6867526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6000" spc="600" dirty="0">
                <a:solidFill>
                  <a:srgbClr val="00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Bons estudos!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75E3D84-5519-75F5-C930-4780ED609BEB}"/>
              </a:ext>
            </a:extLst>
          </p:cNvPr>
          <p:cNvSpPr txBox="1"/>
          <p:nvPr userDrawn="1"/>
        </p:nvSpPr>
        <p:spPr>
          <a:xfrm>
            <a:off x="3405186" y="2172858"/>
            <a:ext cx="53816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rgbClr val="014D8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Siga em frente com a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61D09BD9-0DDD-E51E-8799-F22D413092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7281" y="3111191"/>
            <a:ext cx="586011" cy="1000125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B90F8A57-AD70-FEAD-1877-38F155D890C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95419" y="4572210"/>
            <a:ext cx="6429736" cy="120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9534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9566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áfico 10">
            <a:extLst>
              <a:ext uri="{FF2B5EF4-FFF2-40B4-BE49-F238E27FC236}">
                <a16:creationId xmlns:a16="http://schemas.microsoft.com/office/drawing/2014/main" id="{FBAD90A8-7189-488E-9DDC-4BC086FB855E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1565208" y="6500592"/>
            <a:ext cx="276539" cy="228144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A59AF22B-E8C3-093A-B549-B85F3A072847}"/>
              </a:ext>
            </a:extLst>
          </p:cNvPr>
          <p:cNvSpPr txBox="1"/>
          <p:nvPr userDrawn="1"/>
        </p:nvSpPr>
        <p:spPr>
          <a:xfrm>
            <a:off x="8374379" y="6474444"/>
            <a:ext cx="31175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200" spc="300" dirty="0">
                <a:solidFill>
                  <a:srgbClr val="014D8D"/>
                </a:solidFill>
              </a:rPr>
              <a:t>www.</a:t>
            </a:r>
            <a:r>
              <a:rPr lang="pt-BR" sz="1200" b="1" spc="300" dirty="0">
                <a:solidFill>
                  <a:srgbClr val="014D8D"/>
                </a:solidFill>
              </a:rPr>
              <a:t>unicesumar</a:t>
            </a:r>
            <a:r>
              <a:rPr lang="pt-BR" sz="1200" spc="300" dirty="0">
                <a:solidFill>
                  <a:srgbClr val="014D8D"/>
                </a:solidFill>
              </a:rPr>
              <a:t>.edu.br  |</a:t>
            </a:r>
          </a:p>
        </p:txBody>
      </p:sp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6ADC812-A5D5-489D-E248-EE7FC873B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AC0F1B9-6083-1AE9-DEFA-4C587C901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  <a:p>
            <a:pPr lvl="4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33047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49" r:id="rId2"/>
    <p:sldLayoutId id="2147483682" r:id="rId3"/>
    <p:sldLayoutId id="2147483671" r:id="rId4"/>
    <p:sldLayoutId id="2147483686" r:id="rId5"/>
    <p:sldLayoutId id="2147483687" r:id="rId6"/>
    <p:sldLayoutId id="2147483690" r:id="rId7"/>
    <p:sldLayoutId id="2147483691" r:id="rId8"/>
    <p:sldLayoutId id="2147483694" r:id="rId9"/>
    <p:sldLayoutId id="2147483695" r:id="rId10"/>
    <p:sldLayoutId id="2147483667" r:id="rId11"/>
    <p:sldLayoutId id="2147483677" r:id="rId12"/>
    <p:sldLayoutId id="2147483685" r:id="rId13"/>
    <p:sldLayoutId id="2147483693" r:id="rId14"/>
    <p:sldLayoutId id="2147483696" r:id="rId15"/>
    <p:sldLayoutId id="2147483650" r:id="rId16"/>
    <p:sldLayoutId id="2147483692" r:id="rId17"/>
    <p:sldLayoutId id="2147483678" r:id="rId18"/>
    <p:sldLayoutId id="2147483679" r:id="rId19"/>
    <p:sldLayoutId id="2147483680" r:id="rId20"/>
    <p:sldLayoutId id="2147483681" r:id="rId21"/>
    <p:sldLayoutId id="2147483684" r:id="rId22"/>
    <p:sldLayoutId id="2147483683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14D8D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2989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8BACE85-2A9B-3C6F-0279-DEF367F2A3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6725" y="685017"/>
            <a:ext cx="7571510" cy="974415"/>
          </a:xfrm>
        </p:spPr>
        <p:txBody>
          <a:bodyPr/>
          <a:lstStyle/>
          <a:p>
            <a:r>
              <a:rPr lang="pt-BR" dirty="0"/>
              <a:t>Profa. Dra. Paula Valéria Viotti Moreira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3C0689E-87F6-5057-38E8-B479F6B217FD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276725" y="2337847"/>
            <a:ext cx="7573530" cy="3591897"/>
          </a:xfrm>
        </p:spPr>
        <p:txBody>
          <a:bodyPr/>
          <a:lstStyle/>
          <a:p>
            <a:pPr marL="0" indent="0">
              <a:buNone/>
            </a:pPr>
            <a:endParaRPr lang="pt-BR" dirty="0"/>
          </a:p>
        </p:txBody>
      </p:sp>
      <p:pic>
        <p:nvPicPr>
          <p:cNvPr id="5" name="Espaço Reservado para Imagem 4">
            <a:extLst>
              <a:ext uri="{FF2B5EF4-FFF2-40B4-BE49-F238E27FC236}">
                <a16:creationId xmlns:a16="http://schemas.microsoft.com/office/drawing/2014/main" id="{14948F04-9518-D4B1-C7BD-526F5254EEF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24" b="13924"/>
          <a:stretch>
            <a:fillRect/>
          </a:stretch>
        </p:blipFill>
        <p:spPr/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EA12DB4-4874-2142-73D8-91879E002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7692" y="1706252"/>
            <a:ext cx="7811595" cy="249006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534EBF9-BDFE-F480-C232-88920FE427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3602"/>
          <a:stretch>
            <a:fillRect/>
          </a:stretch>
        </p:blipFill>
        <p:spPr>
          <a:xfrm>
            <a:off x="4157692" y="4236696"/>
            <a:ext cx="6210424" cy="2051730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559F791C-37D8-19E7-7678-9E4368C44990}"/>
              </a:ext>
            </a:extLst>
          </p:cNvPr>
          <p:cNvSpPr/>
          <p:nvPr/>
        </p:nvSpPr>
        <p:spPr>
          <a:xfrm>
            <a:off x="204366" y="3955441"/>
            <a:ext cx="37112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pt-BR" sz="16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http://lattes.cnpq.br/7992797102020500</a:t>
            </a:r>
            <a:endParaRPr lang="pt-BR" sz="16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8B3A5E9-CC28-37F4-2159-2B96074E950B}"/>
              </a:ext>
            </a:extLst>
          </p:cNvPr>
          <p:cNvSpPr/>
          <p:nvPr/>
        </p:nvSpPr>
        <p:spPr>
          <a:xfrm>
            <a:off x="191542" y="4243134"/>
            <a:ext cx="38572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6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https://www.linkedin.com/in/paula-viotti/</a:t>
            </a:r>
          </a:p>
        </p:txBody>
      </p:sp>
    </p:spTree>
    <p:extLst>
      <p:ext uri="{BB962C8B-B14F-4D97-AF65-F5344CB8AC3E}">
        <p14:creationId xmlns:p14="http://schemas.microsoft.com/office/powerpoint/2010/main" val="3342061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A21623-5D6A-5863-112F-B8EB0D51FD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Dicas!!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BF634F5-38D7-3C90-7C52-5C7F8187A2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>
            <a:normAutofit/>
          </a:bodyPr>
          <a:lstStyle/>
          <a:p>
            <a:pPr marL="715963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ea typeface="Roboto" panose="02000000000000000000" pitchFamily="2" charset="0"/>
                <a:cs typeface="Roboto" panose="02000000000000000000" pitchFamily="2" charset="0"/>
              </a:rPr>
              <a:t>Revise as aulas;</a:t>
            </a:r>
          </a:p>
          <a:p>
            <a:pPr marL="715963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ea typeface="Roboto" panose="02000000000000000000" pitchFamily="2" charset="0"/>
                <a:cs typeface="Roboto" panose="02000000000000000000" pitchFamily="2" charset="0"/>
              </a:rPr>
              <a:t>Estude os exemplos resolvidos do livro didático;</a:t>
            </a:r>
          </a:p>
          <a:p>
            <a:pPr marL="715963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ea typeface="Roboto" panose="02000000000000000000" pitchFamily="2" charset="0"/>
                <a:cs typeface="Roboto" panose="02000000000000000000" pitchFamily="2" charset="0"/>
              </a:rPr>
              <a:t>Tente refazer os exercícios e exemplos do livro didático;</a:t>
            </a:r>
          </a:p>
          <a:p>
            <a:pPr marL="715963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ea typeface="Roboto" panose="02000000000000000000" pitchFamily="2" charset="0"/>
                <a:cs typeface="Roboto" panose="02000000000000000000" pitchFamily="2" charset="0"/>
              </a:rPr>
              <a:t>Não decore o passo-a-passo, mas sim o raciocínio por trás dos exercícios.</a:t>
            </a:r>
          </a:p>
        </p:txBody>
      </p:sp>
    </p:spTree>
    <p:extLst>
      <p:ext uri="{BB962C8B-B14F-4D97-AF65-F5344CB8AC3E}">
        <p14:creationId xmlns:p14="http://schemas.microsoft.com/office/powerpoint/2010/main" val="2996824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ADC2A83A-33DB-5C7D-190E-EA765172667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20B4F6D-44F4-9498-8106-E4D455C8E50F}"/>
              </a:ext>
            </a:extLst>
          </p:cNvPr>
          <p:cNvSpPr txBox="1"/>
          <p:nvPr/>
        </p:nvSpPr>
        <p:spPr>
          <a:xfrm>
            <a:off x="1374535" y="678210"/>
            <a:ext cx="893684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A DISCIPLINA DE CÁLCULO I </a:t>
            </a:r>
            <a:r>
              <a:rPr lang="pt-PT" sz="3200" b="1" dirty="0"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É UMA DISICPLINA COMUM EM TODOS OS CURSOS DE ENGENHARIA.</a:t>
            </a:r>
            <a:endParaRPr lang="pt-BR" sz="3200" b="1" dirty="0">
              <a:latin typeface="Calibri" panose="020F0502020204030204" pitchFamily="34" charset="0"/>
              <a:ea typeface="Roboto" panose="02000000000000000000" pitchFamily="2" charset="0"/>
              <a:cs typeface="Calibri" panose="020F0502020204030204" pitchFamily="34" charset="0"/>
            </a:endParaRPr>
          </a:p>
        </p:txBody>
      </p:sp>
      <p:pic>
        <p:nvPicPr>
          <p:cNvPr id="5" name="Picture 2" descr="homem fofo com ponto de interrogação acima da cabeça 1937335 Vetor no  Vecteezy">
            <a:extLst>
              <a:ext uri="{FF2B5EF4-FFF2-40B4-BE49-F238E27FC236}">
                <a16:creationId xmlns:a16="http://schemas.microsoft.com/office/drawing/2014/main" id="{0562EC8D-5BA6-08CD-7498-043A63F16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0326" y="2815673"/>
            <a:ext cx="3205261" cy="2566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EB520C4-5F70-61DA-C15A-9C07A362EFF3}"/>
              </a:ext>
            </a:extLst>
          </p:cNvPr>
          <p:cNvSpPr txBox="1"/>
          <p:nvPr/>
        </p:nvSpPr>
        <p:spPr>
          <a:xfrm flipH="1">
            <a:off x="7083521" y="2461729"/>
            <a:ext cx="26283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highlight>
                  <a:srgbClr val="00CAF3"/>
                </a:highlight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PORQUE ESTUDAR CÁLCULO I?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4F25AA6-1589-5421-4028-C6BBCCF7046F}"/>
              </a:ext>
            </a:extLst>
          </p:cNvPr>
          <p:cNvSpPr txBox="1"/>
          <p:nvPr/>
        </p:nvSpPr>
        <p:spPr>
          <a:xfrm>
            <a:off x="1504335" y="2461729"/>
            <a:ext cx="35687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highlight>
                  <a:srgbClr val="FFE922"/>
                </a:highlight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O QUE VAMOS APRENDER EM CÁLCULO I?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603C2D13-B003-87BA-DA5E-D04EBCFF6F93}"/>
              </a:ext>
            </a:extLst>
          </p:cNvPr>
          <p:cNvCxnSpPr>
            <a:cxnSpLocks/>
          </p:cNvCxnSpPr>
          <p:nvPr/>
        </p:nvCxnSpPr>
        <p:spPr>
          <a:xfrm>
            <a:off x="1676399" y="5382436"/>
            <a:ext cx="833311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759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C9EFE673-00D8-9737-6E7F-5CD9EB0FA1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Porque estudar Cálculo I?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CBFE87DC-6C86-E712-5AAA-CFE7100D9B6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dirty="0"/>
              <a:t>O cálculo nos ajuda a entender variações, crescimento, comportamento de fenômenos físicos.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pt-BR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dirty="0"/>
              <a:t>O cálculo nos ajuda a traduzir problemas de engenharia em linguagem matemática.</a:t>
            </a:r>
          </a:p>
          <a:p>
            <a:endParaRPr lang="pt-BR" dirty="0"/>
          </a:p>
        </p:txBody>
      </p:sp>
      <p:pic>
        <p:nvPicPr>
          <p:cNvPr id="2" name="Espaço Reservado para Imagem 3">
            <a:extLst>
              <a:ext uri="{FF2B5EF4-FFF2-40B4-BE49-F238E27FC236}">
                <a16:creationId xmlns:a16="http://schemas.microsoft.com/office/drawing/2014/main" id="{6E431973-DB5A-6816-3EE6-0099022517B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85" r="16385"/>
          <a:stretch>
            <a:fillRect/>
          </a:stretch>
        </p:blipFill>
        <p:spPr>
          <a:xfrm>
            <a:off x="6034088" y="561975"/>
            <a:ext cx="5621337" cy="5572125"/>
          </a:xfrm>
        </p:spPr>
      </p:pic>
    </p:spTree>
    <p:extLst>
      <p:ext uri="{BB962C8B-B14F-4D97-AF65-F5344CB8AC3E}">
        <p14:creationId xmlns:p14="http://schemas.microsoft.com/office/powerpoint/2010/main" val="431490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5">
            <a:extLst>
              <a:ext uri="{FF2B5EF4-FFF2-40B4-BE49-F238E27FC236}">
                <a16:creationId xmlns:a16="http://schemas.microsoft.com/office/drawing/2014/main" id="{18E7B9AE-4D67-16A0-1B5C-F93B032A11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Números e Funções Reais</a:t>
            </a:r>
          </a:p>
        </p:txBody>
      </p:sp>
      <p:sp>
        <p:nvSpPr>
          <p:cNvPr id="17" name="Subtítulo 16">
            <a:extLst>
              <a:ext uri="{FF2B5EF4-FFF2-40B4-BE49-F238E27FC236}">
                <a16:creationId xmlns:a16="http://schemas.microsoft.com/office/drawing/2014/main" id="{89A4ADB4-AE23-48B0-0287-F213A8945C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Professora Paula Valéria Viotti Moreira</a:t>
            </a:r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EF307F50-CC59-387A-6570-EA08EC0B10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Doutora</a:t>
            </a:r>
          </a:p>
        </p:txBody>
      </p:sp>
      <p:pic>
        <p:nvPicPr>
          <p:cNvPr id="4" name="Espaço Reservado para Imagem 3">
            <a:extLst>
              <a:ext uri="{FF2B5EF4-FFF2-40B4-BE49-F238E27FC236}">
                <a16:creationId xmlns:a16="http://schemas.microsoft.com/office/drawing/2014/main" id="{924B092F-7158-4383-A7A2-F478253A477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6053" r="6053"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221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0FEC4F-817D-7C33-F65E-C2E1E0331A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Metas de Aprendizagem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614D459-0165-932A-8811-B956592574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pt-BR" dirty="0"/>
              <a:t>Apresentar a definição do conjunto dos números reais e dos intervalos na reta.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pt-BR" dirty="0"/>
              <a:t>Definir rigorosamente o conceito de função.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pt-BR" dirty="0"/>
              <a:t>Definir o plano Cartesiano e mostrar como construir a representação gráfica de alguns tipos de função.</a:t>
            </a:r>
          </a:p>
          <a:p>
            <a:r>
              <a:rPr lang="pt-BR" dirty="0"/>
              <a:t>Mostrar os aspectos referentes à equação de uma reta e como construí-la.  </a:t>
            </a:r>
          </a:p>
        </p:txBody>
      </p:sp>
    </p:spTree>
    <p:extLst>
      <p:ext uri="{BB962C8B-B14F-4D97-AF65-F5344CB8AC3E}">
        <p14:creationId xmlns:p14="http://schemas.microsoft.com/office/powerpoint/2010/main" val="3542420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8C7B75-7749-8E36-9803-2965612A9F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Conjunto dos números reais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Texto 2">
                <a:extLst>
                  <a:ext uri="{FF2B5EF4-FFF2-40B4-BE49-F238E27FC236}">
                    <a16:creationId xmlns:a16="http://schemas.microsoft.com/office/drawing/2014/main" id="{235D7582-876E-5F10-F658-89D57DC98029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b="1" dirty="0"/>
                  <a:t>Naturais (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pt-BR" b="1" dirty="0"/>
                  <a:t>): </a:t>
                </a:r>
                <a:r>
                  <a:rPr lang="pt-BR" dirty="0"/>
                  <a:t>números positivos e o zero.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b="1" dirty="0"/>
                  <a:t>Inteiros (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pt-BR" b="1" dirty="0"/>
                  <a:t>): </a:t>
                </a:r>
                <a:r>
                  <a:rPr lang="pt-BR" dirty="0"/>
                  <a:t>números naturais e inteiros negativos.</a:t>
                </a:r>
                <a:br>
                  <a:rPr lang="pt-BR" dirty="0"/>
                </a:br>
                <a:endParaRPr lang="pt-BR" dirty="0"/>
              </a:p>
            </p:txBody>
          </p:sp>
        </mc:Choice>
        <mc:Fallback>
          <p:sp>
            <p:nvSpPr>
              <p:cNvPr id="3" name="Espaço Reservado para Texto 2">
                <a:extLst>
                  <a:ext uri="{FF2B5EF4-FFF2-40B4-BE49-F238E27FC236}">
                    <a16:creationId xmlns:a16="http://schemas.microsoft.com/office/drawing/2014/main" id="{235D7582-876E-5F10-F658-89D57DC980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1496" t="-327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7E88F2-BB60-5546-AD06-A59D685B681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Espaço Reservado para Conteúdo 2">
            <a:extLst>
              <a:ext uri="{FF2B5EF4-FFF2-40B4-BE49-F238E27FC236}">
                <a16:creationId xmlns:a16="http://schemas.microsoft.com/office/drawing/2014/main" id="{70948469-0609-F866-D42D-B73285DD52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992760" y="2616953"/>
            <a:ext cx="6083975" cy="176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83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A98DE-EE17-8398-5247-2019D7A34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22E0BE-5641-FD0D-DD49-2294C540DF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Conjunto dos números reais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Texto 2">
                <a:extLst>
                  <a:ext uri="{FF2B5EF4-FFF2-40B4-BE49-F238E27FC236}">
                    <a16:creationId xmlns:a16="http://schemas.microsoft.com/office/drawing/2014/main" id="{D4C1943D-504C-D10D-E407-9BB9E8B2068D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66713" y="3134033"/>
                <a:ext cx="5297487" cy="2611438"/>
              </a:xfrm>
            </p:spPr>
            <p:txBody>
              <a:bodyPr>
                <a:no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b="1" dirty="0"/>
                  <a:t>Racionais (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ℚ</m:t>
                    </m:r>
                  </m:oMath>
                </a14:m>
                <a:r>
                  <a:rPr lang="pt-BR" b="1" dirty="0"/>
                  <a:t>): </a:t>
                </a:r>
                <a:r>
                  <a:rPr lang="pt-BR" dirty="0"/>
                  <a:t>números que podem ser escritos na forma de fração. </a:t>
                </a:r>
                <a:r>
                  <a:rPr lang="pt-BR" dirty="0" err="1"/>
                  <a:t>Ex</a:t>
                </a:r>
                <a:r>
                  <a:rPr lang="pt-BR" dirty="0"/>
                  <a:t>: naturais, inteiros, decimais (0,1; 0,25; 0,71), as dízimas periódicas (0,333...; 0,5252...), frações... </a:t>
                </a:r>
                <a:br>
                  <a:rPr lang="pt-BR" dirty="0"/>
                </a:br>
                <a:endParaRPr lang="pt-BR" dirty="0"/>
              </a:p>
              <a:p>
                <a:pPr marL="342900" indent="-3429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b="1" dirty="0"/>
                  <a:t>Irracionais (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pt-BR" b="1" dirty="0"/>
                  <a:t>): </a:t>
                </a:r>
                <a:r>
                  <a:rPr lang="pt-BR" dirty="0"/>
                  <a:t>números que não podem ser escritos na forma de fração. Números que possui infinitas casas decimais não-periódicas.</a:t>
                </a:r>
              </a:p>
            </p:txBody>
          </p:sp>
        </mc:Choice>
        <mc:Fallback>
          <p:sp>
            <p:nvSpPr>
              <p:cNvPr id="3" name="Espaço Reservado para Texto 2">
                <a:extLst>
                  <a:ext uri="{FF2B5EF4-FFF2-40B4-BE49-F238E27FC236}">
                    <a16:creationId xmlns:a16="http://schemas.microsoft.com/office/drawing/2014/main" id="{D4C1943D-504C-D10D-E407-9BB9E8B206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66713" y="3134033"/>
                <a:ext cx="5297487" cy="2611438"/>
              </a:xfrm>
              <a:blipFill>
                <a:blip r:embed="rId2"/>
                <a:stretch>
                  <a:fillRect l="-1496" t="-3271" r="-230" b="-350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39813D9-B997-B073-F2DB-0EE24E18B8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Espaço Reservado para Conteúdo 2">
            <a:extLst>
              <a:ext uri="{FF2B5EF4-FFF2-40B4-BE49-F238E27FC236}">
                <a16:creationId xmlns:a16="http://schemas.microsoft.com/office/drawing/2014/main" id="{82CD38BA-F9E3-9135-676C-C6DF7CD1C7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992760" y="2616953"/>
            <a:ext cx="6083975" cy="176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46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4A7D5-4D5D-1093-33CB-D188ABD99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A98FC0CF-5BD6-BACA-81B6-22DC37A96C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A6D3DFB8-38AC-090C-23D2-5DBE2C6AF520}"/>
              </a:ext>
            </a:extLst>
          </p:cNvPr>
          <p:cNvSpPr/>
          <p:nvPr/>
        </p:nvSpPr>
        <p:spPr>
          <a:xfrm>
            <a:off x="2030413" y="3379848"/>
            <a:ext cx="3291840" cy="1332411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22DA088D-7CE8-E31F-AE97-81370BC0B782}"/>
                  </a:ext>
                </a:extLst>
              </p:cNvPr>
              <p:cNvSpPr/>
              <p:nvPr/>
            </p:nvSpPr>
            <p:spPr>
              <a:xfrm>
                <a:off x="3108324" y="3661332"/>
                <a:ext cx="1136017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ℕ</m:t>
                      </m:r>
                    </m:oMath>
                  </m:oMathPara>
                </a14:m>
                <a:endParaRPr lang="pt-BR" sz="2200" b="1" dirty="0">
                  <a:ea typeface="Cambria Math" panose="02040503050406030204" pitchFamily="18" charset="0"/>
                </a:endParaRPr>
              </a:p>
              <a:p>
                <a:r>
                  <a:rPr lang="pt-BR" sz="2200" b="1" dirty="0"/>
                  <a:t>naturais</a:t>
                </a:r>
              </a:p>
            </p:txBody>
          </p:sp>
        </mc:Choice>
        <mc:Fallback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22DA088D-7CE8-E31F-AE97-81370BC0B7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8324" y="3661332"/>
                <a:ext cx="1136017" cy="769441"/>
              </a:xfrm>
              <a:prstGeom prst="rect">
                <a:avLst/>
              </a:prstGeom>
              <a:blipFill>
                <a:blip r:embed="rId2"/>
                <a:stretch>
                  <a:fillRect l="-6989" r="-15591" b="-1507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Elipse 9">
            <a:extLst>
              <a:ext uri="{FF2B5EF4-FFF2-40B4-BE49-F238E27FC236}">
                <a16:creationId xmlns:a16="http://schemas.microsoft.com/office/drawing/2014/main" id="{6FF77E91-9CB5-99C9-DB19-A683FA4323D2}"/>
              </a:ext>
            </a:extLst>
          </p:cNvPr>
          <p:cNvSpPr/>
          <p:nvPr/>
        </p:nvSpPr>
        <p:spPr>
          <a:xfrm>
            <a:off x="1860596" y="3173965"/>
            <a:ext cx="4650378" cy="1743985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tângulo 10">
                <a:extLst>
                  <a:ext uri="{FF2B5EF4-FFF2-40B4-BE49-F238E27FC236}">
                    <a16:creationId xmlns:a16="http://schemas.microsoft.com/office/drawing/2014/main" id="{C02EC3CB-E8A3-2040-7D24-41FF2508A8E3}"/>
                  </a:ext>
                </a:extLst>
              </p:cNvPr>
              <p:cNvSpPr/>
              <p:nvPr/>
            </p:nvSpPr>
            <p:spPr>
              <a:xfrm>
                <a:off x="5322252" y="3591683"/>
                <a:ext cx="1069588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</m:oMath>
                  </m:oMathPara>
                </a14:m>
                <a:endParaRPr lang="pt-BR" sz="2200" dirty="0"/>
              </a:p>
              <a:p>
                <a:r>
                  <a:rPr lang="pt-BR" sz="2200" b="1" dirty="0"/>
                  <a:t>inteiros</a:t>
                </a:r>
              </a:p>
            </p:txBody>
          </p:sp>
        </mc:Choice>
        <mc:Fallback>
          <p:sp>
            <p:nvSpPr>
              <p:cNvPr id="11" name="Retângulo 10">
                <a:extLst>
                  <a:ext uri="{FF2B5EF4-FFF2-40B4-BE49-F238E27FC236}">
                    <a16:creationId xmlns:a16="http://schemas.microsoft.com/office/drawing/2014/main" id="{C02EC3CB-E8A3-2040-7D24-41FF2508A8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252" y="3591683"/>
                <a:ext cx="1069588" cy="769441"/>
              </a:xfrm>
              <a:prstGeom prst="rect">
                <a:avLst/>
              </a:prstGeom>
              <a:blipFill>
                <a:blip r:embed="rId3"/>
                <a:stretch>
                  <a:fillRect l="-7386" r="-14773" b="-1587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Elipse 11">
            <a:extLst>
              <a:ext uri="{FF2B5EF4-FFF2-40B4-BE49-F238E27FC236}">
                <a16:creationId xmlns:a16="http://schemas.microsoft.com/office/drawing/2014/main" id="{3DF6464F-EAFB-18B5-E5F7-9E8B25BB1A5F}"/>
              </a:ext>
            </a:extLst>
          </p:cNvPr>
          <p:cNvSpPr/>
          <p:nvPr/>
        </p:nvSpPr>
        <p:spPr>
          <a:xfrm>
            <a:off x="1686425" y="2961758"/>
            <a:ext cx="6248400" cy="217826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tângulo 12">
                <a:extLst>
                  <a:ext uri="{FF2B5EF4-FFF2-40B4-BE49-F238E27FC236}">
                    <a16:creationId xmlns:a16="http://schemas.microsoft.com/office/drawing/2014/main" id="{D54A95ED-D174-F61D-0FEB-E7ABCC6C8CD9}"/>
                  </a:ext>
                </a:extLst>
              </p:cNvPr>
              <p:cNvSpPr/>
              <p:nvPr/>
            </p:nvSpPr>
            <p:spPr>
              <a:xfrm>
                <a:off x="6519297" y="3618291"/>
                <a:ext cx="1230017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ℚ</m:t>
                      </m:r>
                    </m:oMath>
                  </m:oMathPara>
                </a14:m>
                <a:endParaRPr lang="pt-BR" sz="2200" dirty="0"/>
              </a:p>
              <a:p>
                <a:r>
                  <a:rPr lang="pt-BR" sz="2200" b="1" dirty="0"/>
                  <a:t>racionais</a:t>
                </a:r>
              </a:p>
            </p:txBody>
          </p:sp>
        </mc:Choice>
        <mc:Fallback>
          <p:sp>
            <p:nvSpPr>
              <p:cNvPr id="13" name="Retângulo 12">
                <a:extLst>
                  <a:ext uri="{FF2B5EF4-FFF2-40B4-BE49-F238E27FC236}">
                    <a16:creationId xmlns:a16="http://schemas.microsoft.com/office/drawing/2014/main" id="{D54A95ED-D174-F61D-0FEB-E7ABCC6C8C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9297" y="3618291"/>
                <a:ext cx="1230017" cy="769441"/>
              </a:xfrm>
              <a:prstGeom prst="rect">
                <a:avLst/>
              </a:prstGeom>
              <a:blipFill>
                <a:blip r:embed="rId4"/>
                <a:stretch>
                  <a:fillRect l="-6436" r="-16337" b="-1507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Elipse 13">
            <a:extLst>
              <a:ext uri="{FF2B5EF4-FFF2-40B4-BE49-F238E27FC236}">
                <a16:creationId xmlns:a16="http://schemas.microsoft.com/office/drawing/2014/main" id="{3CCEB27C-6A7D-6C60-246D-899A84007C6D}"/>
              </a:ext>
            </a:extLst>
          </p:cNvPr>
          <p:cNvSpPr/>
          <p:nvPr/>
        </p:nvSpPr>
        <p:spPr>
          <a:xfrm>
            <a:off x="1540102" y="2747819"/>
            <a:ext cx="9111797" cy="2588142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tângulo 14">
                <a:extLst>
                  <a:ext uri="{FF2B5EF4-FFF2-40B4-BE49-F238E27FC236}">
                    <a16:creationId xmlns:a16="http://schemas.microsoft.com/office/drawing/2014/main" id="{9CEDF36D-3121-0C81-BDDB-4D14D8FC67E5}"/>
                  </a:ext>
                </a:extLst>
              </p:cNvPr>
              <p:cNvSpPr/>
              <p:nvPr/>
            </p:nvSpPr>
            <p:spPr>
              <a:xfrm>
                <a:off x="9476590" y="3838600"/>
                <a:ext cx="745782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pt-BR" sz="2200" dirty="0"/>
              </a:p>
              <a:p>
                <a:r>
                  <a:rPr lang="pt-BR" sz="2200" b="1" dirty="0"/>
                  <a:t>reais</a:t>
                </a:r>
              </a:p>
            </p:txBody>
          </p:sp>
        </mc:Choice>
        <mc:Fallback>
          <p:sp>
            <p:nvSpPr>
              <p:cNvPr id="15" name="Retângulo 14">
                <a:extLst>
                  <a:ext uri="{FF2B5EF4-FFF2-40B4-BE49-F238E27FC236}">
                    <a16:creationId xmlns:a16="http://schemas.microsoft.com/office/drawing/2014/main" id="{9CEDF36D-3121-0C81-BDDB-4D14D8FC67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6590" y="3838600"/>
                <a:ext cx="745782" cy="769441"/>
              </a:xfrm>
              <a:prstGeom prst="rect">
                <a:avLst/>
              </a:prstGeom>
              <a:blipFill>
                <a:blip r:embed="rId5"/>
                <a:stretch>
                  <a:fillRect l="-10656" r="-19672" b="-1507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Elipse 15">
            <a:extLst>
              <a:ext uri="{FF2B5EF4-FFF2-40B4-BE49-F238E27FC236}">
                <a16:creationId xmlns:a16="http://schemas.microsoft.com/office/drawing/2014/main" id="{C1DF3D73-E40D-9A26-179E-7A8495F09FB6}"/>
              </a:ext>
            </a:extLst>
          </p:cNvPr>
          <p:cNvSpPr/>
          <p:nvPr/>
        </p:nvSpPr>
        <p:spPr>
          <a:xfrm>
            <a:off x="7943146" y="3244776"/>
            <a:ext cx="2279225" cy="635346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tângulo 16">
                <a:extLst>
                  <a:ext uri="{FF2B5EF4-FFF2-40B4-BE49-F238E27FC236}">
                    <a16:creationId xmlns:a16="http://schemas.microsoft.com/office/drawing/2014/main" id="{34F2D36B-3F86-EF63-3E9F-6B2F23A27777}"/>
                  </a:ext>
                </a:extLst>
              </p:cNvPr>
              <p:cNvSpPr/>
              <p:nvPr/>
            </p:nvSpPr>
            <p:spPr>
              <a:xfrm>
                <a:off x="8165571" y="3166167"/>
                <a:ext cx="1833836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pt-BR" sz="2200" b="1" dirty="0">
                  <a:ea typeface="Cambria Math" panose="02040503050406030204" pitchFamily="18" charset="0"/>
                </a:endParaRPr>
              </a:p>
              <a:p>
                <a:r>
                  <a:rPr lang="pt-BR" sz="2200" b="1" dirty="0">
                    <a:ea typeface="Cambria Math" panose="02040503050406030204" pitchFamily="18" charset="0"/>
                  </a:rPr>
                  <a:t>irracionais</a:t>
                </a:r>
              </a:p>
            </p:txBody>
          </p:sp>
        </mc:Choice>
        <mc:Fallback>
          <p:sp>
            <p:nvSpPr>
              <p:cNvPr id="17" name="Retângulo 16">
                <a:extLst>
                  <a:ext uri="{FF2B5EF4-FFF2-40B4-BE49-F238E27FC236}">
                    <a16:creationId xmlns:a16="http://schemas.microsoft.com/office/drawing/2014/main" id="{34F2D36B-3F86-EF63-3E9F-6B2F23A277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5571" y="3166167"/>
                <a:ext cx="1833836" cy="769441"/>
              </a:xfrm>
              <a:prstGeom prst="rect">
                <a:avLst/>
              </a:prstGeom>
              <a:blipFill>
                <a:blip r:embed="rId6"/>
                <a:stretch>
                  <a:fillRect l="-4319" b="-14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Espaço Reservado para Texto 8">
                <a:extLst>
                  <a:ext uri="{FF2B5EF4-FFF2-40B4-BE49-F238E27FC236}">
                    <a16:creationId xmlns:a16="http://schemas.microsoft.com/office/drawing/2014/main" id="{7FF23C0B-97B9-E344-2828-56FB22D1865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9528" y="842687"/>
                <a:ext cx="11058459" cy="258631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/>
                <a:r>
                  <a:rPr lang="pt-BR" b="1" dirty="0"/>
                  <a:t>Reais (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pt-BR" b="1" dirty="0"/>
                  <a:t>): </a:t>
                </a:r>
                <a:r>
                  <a:rPr lang="pt-BR" dirty="0"/>
                  <a:t>União do conjunto dos números racionais com o conjunto dos números irracionais. </a:t>
                </a:r>
                <a:br>
                  <a:rPr lang="pt-BR" dirty="0"/>
                </a:br>
                <a:endParaRPr lang="pt-BR" dirty="0"/>
              </a:p>
            </p:txBody>
          </p:sp>
        </mc:Choice>
        <mc:Fallback>
          <p:sp>
            <p:nvSpPr>
              <p:cNvPr id="18" name="Espaço Reservado para Texto 8">
                <a:extLst>
                  <a:ext uri="{FF2B5EF4-FFF2-40B4-BE49-F238E27FC236}">
                    <a16:creationId xmlns:a16="http://schemas.microsoft.com/office/drawing/2014/main" id="{7FF23C0B-97B9-E344-2828-56FB22D186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528" y="842687"/>
                <a:ext cx="11058459" cy="2586313"/>
              </a:xfrm>
              <a:prstGeom prst="rect">
                <a:avLst/>
              </a:prstGeom>
              <a:blipFill>
                <a:blip r:embed="rId7"/>
                <a:stretch>
                  <a:fillRect l="-992" t="-4000" r="-132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5704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/>
      <p:bldP spid="16" grpId="0" animBg="1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3E524-C971-2646-90DB-D5B40A9CC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7AD81EE7-4419-B420-5E1C-95493C99B9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Espaço Reservado para Texto 4">
                <a:extLst>
                  <a:ext uri="{FF2B5EF4-FFF2-40B4-BE49-F238E27FC236}">
                    <a16:creationId xmlns:a16="http://schemas.microsoft.com/office/drawing/2014/main" id="{F8D932CA-8BA8-EE7F-27D9-B5A79ED1709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9528" y="1798437"/>
                <a:ext cx="10991032" cy="3858782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pt-BR" dirty="0"/>
                  <a:t>Considere o conjunto A = {</a:t>
                </a:r>
                <a14:m>
                  <m:oMath xmlns:m="http://schemas.openxmlformats.org/officeDocument/2006/math">
                    <m:r>
                      <a:rPr lang="pt-BR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d>
                      <m:dPr>
                        <m:begChr m:val="|"/>
                        <m:endChr m:val="}"/>
                        <m:ctrlPr>
                          <a:rPr lang="pt-B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pt-BR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−2≤</m:t>
                        </m:r>
                        <m:r>
                          <a:rPr lang="pt-B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pt-B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&lt;1</m:t>
                        </m:r>
                      </m:e>
                    </m:d>
                  </m:oMath>
                </a14:m>
                <a:endParaRPr lang="pt-BR" sz="2400" dirty="0"/>
              </a:p>
              <a:p>
                <a:endParaRPr lang="pt-BR" sz="2400" dirty="0"/>
              </a:p>
              <a:p>
                <a:endParaRPr lang="pt-BR" sz="2400" dirty="0"/>
              </a:p>
              <a:p>
                <a:endParaRPr lang="pt-BR" sz="2400" dirty="0"/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Utilizamos uma bolinha </a:t>
                </a:r>
                <a:r>
                  <a:rPr lang="pt-BR" b="1" u="sng" dirty="0">
                    <a:solidFill>
                      <a:srgbClr val="FF0000"/>
                    </a:solidFill>
                  </a:rPr>
                  <a:t>aberta</a:t>
                </a:r>
                <a:r>
                  <a:rPr lang="pt-BR" dirty="0"/>
                  <a:t> para indicar que o elemento da fronteira do intervalo não pertence ao conjunto, neste caso 1 ∉ </a:t>
                </a:r>
                <a:r>
                  <a:rPr lang="pt-BR" i="1" dirty="0"/>
                  <a:t>A.</a:t>
                </a:r>
                <a:r>
                  <a:rPr lang="pt-BR" sz="2400" dirty="0"/>
                  <a:t> </a:t>
                </a:r>
                <a:br>
                  <a:rPr lang="pt-BR" sz="2400" dirty="0"/>
                </a:br>
                <a:br>
                  <a:rPr lang="pt-BR" sz="2400" dirty="0"/>
                </a:br>
                <a:endParaRPr lang="pt-BR" sz="2400" dirty="0"/>
              </a:p>
            </p:txBody>
          </p:sp>
        </mc:Choice>
        <mc:Fallback>
          <p:sp>
            <p:nvSpPr>
              <p:cNvPr id="5" name="Espaço Reservado para Texto 4">
                <a:extLst>
                  <a:ext uri="{FF2B5EF4-FFF2-40B4-BE49-F238E27FC236}">
                    <a16:creationId xmlns:a16="http://schemas.microsoft.com/office/drawing/2014/main" id="{F8D932CA-8BA8-EE7F-27D9-B5A79ED17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528" y="1798437"/>
                <a:ext cx="10991032" cy="3858782"/>
              </a:xfrm>
              <a:prstGeom prst="rect">
                <a:avLst/>
              </a:prstGeom>
              <a:blipFill>
                <a:blip r:embed="rId2"/>
                <a:stretch>
                  <a:fillRect l="-1109" t="-252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m 5">
            <a:extLst>
              <a:ext uri="{FF2B5EF4-FFF2-40B4-BE49-F238E27FC236}">
                <a16:creationId xmlns:a16="http://schemas.microsoft.com/office/drawing/2014/main" id="{15ABE158-B8BF-A224-5F83-95F09EE73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6422" y="2757057"/>
            <a:ext cx="6203677" cy="973741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8FCE9918-9874-D720-05A7-97BF5D6E95FC}"/>
              </a:ext>
            </a:extLst>
          </p:cNvPr>
          <p:cNvSpPr txBox="1">
            <a:spLocks/>
          </p:cNvSpPr>
          <p:nvPr/>
        </p:nvSpPr>
        <p:spPr>
          <a:xfrm>
            <a:off x="489527" y="715151"/>
            <a:ext cx="8919943" cy="14454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14D8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 dirty="0"/>
              <a:t>Intervalos</a:t>
            </a:r>
          </a:p>
        </p:txBody>
      </p:sp>
    </p:spTree>
    <p:extLst>
      <p:ext uri="{BB962C8B-B14F-4D97-AF65-F5344CB8AC3E}">
        <p14:creationId xmlns:p14="http://schemas.microsoft.com/office/powerpoint/2010/main" val="1813180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E6531-459F-6DFC-A432-707EE2939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27C809E8-F154-F84D-D402-731D3B1379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Espaço Reservado para Texto 4">
                <a:extLst>
                  <a:ext uri="{FF2B5EF4-FFF2-40B4-BE49-F238E27FC236}">
                    <a16:creationId xmlns:a16="http://schemas.microsoft.com/office/drawing/2014/main" id="{A62F8900-36C1-F71B-534A-2F18F43CD46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9528" y="1798437"/>
                <a:ext cx="10991032" cy="3858782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pt-BR" dirty="0"/>
                  <a:t>Considere o conjunto B = {</a:t>
                </a:r>
                <a14:m>
                  <m:oMath xmlns:m="http://schemas.openxmlformats.org/officeDocument/2006/math">
                    <m:r>
                      <a:rPr lang="pt-BR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d>
                      <m:dPr>
                        <m:begChr m:val="|"/>
                        <m:endChr m:val="}"/>
                        <m:ctrlPr>
                          <a:rPr lang="pt-B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pt-B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pt-B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&lt;4</m:t>
                        </m:r>
                      </m:e>
                    </m:d>
                  </m:oMath>
                </a14:m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Consideramos que a </a:t>
                </a:r>
                <a:r>
                  <a:rPr lang="pt-BR" b="1" dirty="0">
                    <a:solidFill>
                      <a:srgbClr val="FF0000"/>
                    </a:solidFill>
                  </a:rPr>
                  <a:t>fronteira esquerda </a:t>
                </a:r>
                <a:r>
                  <a:rPr lang="pt-BR" dirty="0"/>
                  <a:t>é dada pelo símbolo  - ∞.</a:t>
                </a:r>
                <a:br>
                  <a:rPr lang="pt-BR" dirty="0"/>
                </a:br>
                <a:br>
                  <a:rPr lang="pt-BR" dirty="0"/>
                </a:br>
                <a:endParaRPr lang="pt-BR" dirty="0"/>
              </a:p>
              <a:p>
                <a:pPr marL="0" indent="0">
                  <a:buNone/>
                </a:pPr>
                <a:br>
                  <a:rPr lang="pt-BR" sz="2400" dirty="0"/>
                </a:br>
                <a:endParaRPr lang="pt-BR" sz="2400" dirty="0"/>
              </a:p>
            </p:txBody>
          </p:sp>
        </mc:Choice>
        <mc:Fallback>
          <p:sp>
            <p:nvSpPr>
              <p:cNvPr id="5" name="Espaço Reservado para Texto 4">
                <a:extLst>
                  <a:ext uri="{FF2B5EF4-FFF2-40B4-BE49-F238E27FC236}">
                    <a16:creationId xmlns:a16="http://schemas.microsoft.com/office/drawing/2014/main" id="{A62F8900-36C1-F71B-534A-2F18F43CD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528" y="1798437"/>
                <a:ext cx="10991032" cy="3858782"/>
              </a:xfrm>
              <a:prstGeom prst="rect">
                <a:avLst/>
              </a:prstGeom>
              <a:blipFill>
                <a:blip r:embed="rId2"/>
                <a:stretch>
                  <a:fillRect l="-1109" t="-252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ítulo 1">
            <a:extLst>
              <a:ext uri="{FF2B5EF4-FFF2-40B4-BE49-F238E27FC236}">
                <a16:creationId xmlns:a16="http://schemas.microsoft.com/office/drawing/2014/main" id="{800C056C-5124-961F-FA8F-9B95378E3037}"/>
              </a:ext>
            </a:extLst>
          </p:cNvPr>
          <p:cNvSpPr txBox="1">
            <a:spLocks/>
          </p:cNvSpPr>
          <p:nvPr/>
        </p:nvSpPr>
        <p:spPr>
          <a:xfrm>
            <a:off x="489527" y="715151"/>
            <a:ext cx="8919943" cy="14454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14D8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 dirty="0"/>
              <a:t>Intervalos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C28329C-6D04-478A-FBDE-15C5B60E7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4489" y="2820802"/>
            <a:ext cx="4965384" cy="907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210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1">
            <a:extLst>
              <a:ext uri="{FF2B5EF4-FFF2-40B4-BE49-F238E27FC236}">
                <a16:creationId xmlns:a16="http://schemas.microsoft.com/office/drawing/2014/main" id="{5BD15A68-C2EF-C6CC-3F40-2F42D3F4296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C4D51B2-1605-87AB-66DD-2119D3FA4C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26325" y="1088687"/>
            <a:ext cx="4394200" cy="4736928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pt-BR" sz="2500" dirty="0"/>
              <a:t>Os parênteses representam elementos que não pertencem ao intervalo, ou seja, intervalo aberto.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pt-BR" sz="25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pt-BR" sz="2500" dirty="0"/>
              <a:t>Os colchetes representam os elementos que pertencem ao intervalo, ou seja, intervalo fechado.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pt-BR" sz="25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pt-BR" sz="2500" dirty="0"/>
              <a:t>(-∞, + ∞) representa qual conjunto?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B91DF434-9653-86A1-B4BD-823019585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03" y="178513"/>
            <a:ext cx="3464426" cy="6500974"/>
          </a:xfrm>
          <a:prstGeom prst="rect">
            <a:avLst/>
          </a:prstGeom>
        </p:spPr>
      </p:pic>
      <p:pic>
        <p:nvPicPr>
          <p:cNvPr id="5" name="Gráfico 4" descr="Seta: curva no sentido horário com preenchimento sólido">
            <a:extLst>
              <a:ext uri="{FF2B5EF4-FFF2-40B4-BE49-F238E27FC236}">
                <a16:creationId xmlns:a16="http://schemas.microsoft.com/office/drawing/2014/main" id="{9DCDA0B6-0F5E-FDC0-F1EF-1A02DF7EED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 flipH="1" flipV="1">
            <a:off x="3962113" y="347308"/>
            <a:ext cx="644055" cy="71788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2334DA7D-0640-1241-0BA4-2574314DCC12}"/>
              </a:ext>
            </a:extLst>
          </p:cNvPr>
          <p:cNvSpPr txBox="1"/>
          <p:nvPr/>
        </p:nvSpPr>
        <p:spPr>
          <a:xfrm>
            <a:off x="4566006" y="355452"/>
            <a:ext cx="17453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chemeClr val="bg1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Intervalo aberto</a:t>
            </a:r>
          </a:p>
        </p:txBody>
      </p:sp>
      <p:pic>
        <p:nvPicPr>
          <p:cNvPr id="7" name="Gráfico 6" descr="Seta: curva no sentido horário com preenchimento sólido">
            <a:extLst>
              <a:ext uri="{FF2B5EF4-FFF2-40B4-BE49-F238E27FC236}">
                <a16:creationId xmlns:a16="http://schemas.microsoft.com/office/drawing/2014/main" id="{D5134754-7E15-BD60-AB36-97434FB602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 flipH="1" flipV="1">
            <a:off x="3962113" y="1325612"/>
            <a:ext cx="644055" cy="717888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3ED7DD87-5388-865E-B802-ECDDE104D69C}"/>
              </a:ext>
            </a:extLst>
          </p:cNvPr>
          <p:cNvSpPr txBox="1"/>
          <p:nvPr/>
        </p:nvSpPr>
        <p:spPr>
          <a:xfrm>
            <a:off x="4566006" y="1333756"/>
            <a:ext cx="17453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chemeClr val="bg1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Intervalo fechado</a:t>
            </a:r>
          </a:p>
        </p:txBody>
      </p:sp>
    </p:spTree>
    <p:extLst>
      <p:ext uri="{BB962C8B-B14F-4D97-AF65-F5344CB8AC3E}">
        <p14:creationId xmlns:p14="http://schemas.microsoft.com/office/powerpoint/2010/main" val="3855744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0FEC4F-817D-7C33-F65E-C2E1E0331A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Exercício rápido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614D459-0165-932A-8811-B956592574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5125" y="2619483"/>
            <a:ext cx="11332018" cy="2928829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Descreva o intervalo e o conjunto representado pelos gráficos abaixo: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8A29A34-76B5-4FD7-A359-2ED10B490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25" y="3429000"/>
            <a:ext cx="4824000" cy="92992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6D24216-930F-4FFD-86D7-175A51AE4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125" y="5308539"/>
            <a:ext cx="4824000" cy="890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214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446D7A-E6FB-32E6-A382-021110AC58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84" y="1392685"/>
            <a:ext cx="3642880" cy="1613366"/>
          </a:xfrm>
        </p:spPr>
        <p:txBody>
          <a:bodyPr/>
          <a:lstStyle/>
          <a:p>
            <a:r>
              <a:rPr lang="pt-BR" dirty="0"/>
              <a:t>Funções: Domínio e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0C99E48-6520-0C26-FB38-7C27762612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dirty="0"/>
              <a:t>A descrição de uma função é semelhante a de uma máquina em que, fornecida uma entrada, a máquina efetua uma saída. </a:t>
            </a:r>
            <a:br>
              <a:rPr lang="pt-BR" dirty="0"/>
            </a:br>
            <a:endParaRPr lang="pt-BR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6BC0068-0ADA-70FB-DBA2-0B275FD97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9418" y="4495492"/>
            <a:ext cx="5500402" cy="1384994"/>
          </a:xfrm>
          <a:prstGeom prst="rect">
            <a:avLst/>
          </a:prstGeom>
        </p:spPr>
      </p:pic>
      <p:sp>
        <p:nvSpPr>
          <p:cNvPr id="6" name="Seta para Cima 17">
            <a:extLst>
              <a:ext uri="{FF2B5EF4-FFF2-40B4-BE49-F238E27FC236}">
                <a16:creationId xmlns:a16="http://schemas.microsoft.com/office/drawing/2014/main" id="{0486F825-29CF-4F84-28C9-A3839744964C}"/>
              </a:ext>
            </a:extLst>
          </p:cNvPr>
          <p:cNvSpPr/>
          <p:nvPr/>
        </p:nvSpPr>
        <p:spPr>
          <a:xfrm>
            <a:off x="5438072" y="4307736"/>
            <a:ext cx="263835" cy="395597"/>
          </a:xfrm>
          <a:prstGeom prst="up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2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EDEDB43-6D36-C8AD-18FD-314B4058955E}"/>
              </a:ext>
            </a:extLst>
          </p:cNvPr>
          <p:cNvSpPr/>
          <p:nvPr/>
        </p:nvSpPr>
        <p:spPr>
          <a:xfrm>
            <a:off x="4387540" y="3305413"/>
            <a:ext cx="239587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rgbClr val="58595B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Variável independente</a:t>
            </a:r>
            <a:endParaRPr lang="pt-BR" sz="2800" dirty="0">
              <a:solidFill>
                <a:srgbClr val="58595B"/>
              </a:solidFill>
              <a:latin typeface="Calibri" panose="020F0502020204030204" pitchFamily="34" charset="0"/>
              <a:ea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8" name="Seta para Cima 22">
            <a:extLst>
              <a:ext uri="{FF2B5EF4-FFF2-40B4-BE49-F238E27FC236}">
                <a16:creationId xmlns:a16="http://schemas.microsoft.com/office/drawing/2014/main" id="{B670BE3B-601B-0982-BC21-49FF1310EB40}"/>
              </a:ext>
            </a:extLst>
          </p:cNvPr>
          <p:cNvSpPr/>
          <p:nvPr/>
        </p:nvSpPr>
        <p:spPr>
          <a:xfrm>
            <a:off x="10009784" y="4307736"/>
            <a:ext cx="263835" cy="395597"/>
          </a:xfrm>
          <a:prstGeom prst="up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2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F75D732-5E9B-D909-153C-D801985FA586}"/>
              </a:ext>
            </a:extLst>
          </p:cNvPr>
          <p:cNvSpPr/>
          <p:nvPr/>
        </p:nvSpPr>
        <p:spPr>
          <a:xfrm>
            <a:off x="8871577" y="3296768"/>
            <a:ext cx="252892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rgbClr val="58595B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Variável dependente</a:t>
            </a:r>
            <a:endParaRPr lang="pt-BR" sz="2800" dirty="0">
              <a:solidFill>
                <a:srgbClr val="58595B"/>
              </a:solidFill>
              <a:latin typeface="Calibri" panose="020F0502020204030204" pitchFamily="34" charset="0"/>
              <a:ea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30BD1E7-F2BE-42D8-5EB8-14C1DA7FE7E4}"/>
              </a:ext>
            </a:extLst>
          </p:cNvPr>
          <p:cNvSpPr txBox="1"/>
          <p:nvPr/>
        </p:nvSpPr>
        <p:spPr>
          <a:xfrm>
            <a:off x="4218039" y="484744"/>
            <a:ext cx="7580671" cy="181588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pt-BR" sz="2800" b="1" dirty="0">
                <a:solidFill>
                  <a:srgbClr val="58595B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Função é uma regra que associa dois conjuntos, um de entrada e um de saída, de tal forma que, a cada entrada executada, só é possível ter uma única saída. </a:t>
            </a:r>
          </a:p>
        </p:txBody>
      </p:sp>
    </p:spTree>
    <p:extLst>
      <p:ext uri="{BB962C8B-B14F-4D97-AF65-F5344CB8AC3E}">
        <p14:creationId xmlns:p14="http://schemas.microsoft.com/office/powerpoint/2010/main" val="2721476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2966B-8495-8D1F-4422-F3D336DA2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A1FDBE-7D50-6BA4-3377-D3E32E3807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84" y="1392685"/>
            <a:ext cx="3642880" cy="1613366"/>
          </a:xfrm>
        </p:spPr>
        <p:txBody>
          <a:bodyPr/>
          <a:lstStyle/>
          <a:p>
            <a:r>
              <a:rPr lang="pt-BR" dirty="0"/>
              <a:t>Funções: Domínio e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7575365-CA57-48D4-E053-F69AF9AE03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4672" y="3243748"/>
            <a:ext cx="2998787" cy="3201297"/>
          </a:xfrm>
        </p:spPr>
        <p:txBody>
          <a:bodyPr>
            <a:normAutofit/>
          </a:bodyPr>
          <a:lstStyle/>
          <a:p>
            <a:r>
              <a:rPr lang="pt-BR" dirty="0">
                <a:ea typeface="Roboto" panose="02000000000000000000" pitchFamily="2" charset="0"/>
              </a:rPr>
              <a:t>Para representar uma função, usamos a notação </a:t>
            </a:r>
            <a:r>
              <a:rPr lang="pt-BR" b="1" i="1" dirty="0">
                <a:ea typeface="Roboto" panose="02000000000000000000" pitchFamily="2" charset="0"/>
              </a:rPr>
              <a:t>f:</a:t>
            </a:r>
            <a:r>
              <a:rPr lang="pt-BR" b="1" dirty="0">
                <a:ea typeface="Roboto" panose="02000000000000000000" pitchFamily="2" charset="0"/>
              </a:rPr>
              <a:t> A → B </a:t>
            </a:r>
            <a:r>
              <a:rPr lang="pt-BR" dirty="0">
                <a:ea typeface="Roboto" panose="02000000000000000000" pitchFamily="2" charset="0"/>
              </a:rPr>
              <a:t>, que significa que </a:t>
            </a:r>
            <a:r>
              <a:rPr lang="pt-BR" i="1" dirty="0">
                <a:ea typeface="Roboto" panose="02000000000000000000" pitchFamily="2" charset="0"/>
              </a:rPr>
              <a:t>f</a:t>
            </a:r>
            <a:r>
              <a:rPr lang="pt-BR" dirty="0">
                <a:ea typeface="Roboto" panose="02000000000000000000" pitchFamily="2" charset="0"/>
              </a:rPr>
              <a:t> é uma função que associa o </a:t>
            </a:r>
            <a:r>
              <a:rPr lang="pt-BR" b="1" dirty="0">
                <a:ea typeface="Roboto" panose="02000000000000000000" pitchFamily="2" charset="0"/>
              </a:rPr>
              <a:t>conjunto de entrada A</a:t>
            </a:r>
            <a:r>
              <a:rPr lang="pt-BR" dirty="0">
                <a:ea typeface="Roboto" panose="02000000000000000000" pitchFamily="2" charset="0"/>
              </a:rPr>
              <a:t> ao </a:t>
            </a:r>
            <a:r>
              <a:rPr lang="pt-BR" b="1" dirty="0">
                <a:ea typeface="Roboto" panose="02000000000000000000" pitchFamily="2" charset="0"/>
              </a:rPr>
              <a:t>conjunto de saída </a:t>
            </a:r>
            <a:r>
              <a:rPr lang="pt-BR" b="1" i="1" dirty="0">
                <a:ea typeface="Roboto" panose="02000000000000000000" pitchFamily="2" charset="0"/>
              </a:rPr>
              <a:t>B </a:t>
            </a:r>
            <a:r>
              <a:rPr lang="pt-BR" dirty="0">
                <a:ea typeface="Roboto" panose="02000000000000000000" pitchFamily="2" charset="0"/>
              </a:rPr>
              <a:t>. </a:t>
            </a:r>
          </a:p>
          <a:p>
            <a:endParaRPr lang="pt-BR" dirty="0">
              <a:ea typeface="Roboto" panose="02000000000000000000" pitchFamily="2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0E48800-2587-765B-359D-23A8E9CE9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57485"/>
            <a:ext cx="3921477" cy="3806515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53B56E6A-76A4-717B-01F0-E61C12753458}"/>
              </a:ext>
            </a:extLst>
          </p:cNvPr>
          <p:cNvSpPr txBox="1"/>
          <p:nvPr/>
        </p:nvSpPr>
        <p:spPr>
          <a:xfrm>
            <a:off x="4055214" y="5146278"/>
            <a:ext cx="77921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58595B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O conjunto chamado </a:t>
            </a:r>
            <a:r>
              <a:rPr lang="pt-BR" sz="2400" b="1" dirty="0">
                <a:solidFill>
                  <a:srgbClr val="FF0000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imagem</a:t>
            </a:r>
            <a:r>
              <a:rPr lang="pt-BR" sz="2400" dirty="0">
                <a:solidFill>
                  <a:srgbClr val="58595B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 da função, denominado por </a:t>
            </a:r>
            <a:r>
              <a:rPr lang="pt-BR" sz="2400" i="1" dirty="0" err="1">
                <a:solidFill>
                  <a:srgbClr val="58595B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Im</a:t>
            </a:r>
            <a:r>
              <a:rPr lang="pt-BR" sz="2400" i="1" dirty="0">
                <a:solidFill>
                  <a:srgbClr val="58595B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 </a:t>
            </a:r>
            <a:r>
              <a:rPr lang="pt-BR" sz="2400" dirty="0">
                <a:solidFill>
                  <a:srgbClr val="58595B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{f} é formado por todos os valores de </a:t>
            </a:r>
            <a:r>
              <a:rPr lang="pt-BR" sz="2400" i="1" dirty="0">
                <a:solidFill>
                  <a:srgbClr val="58595B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f</a:t>
            </a:r>
            <a:r>
              <a:rPr lang="pt-BR" sz="2400" dirty="0">
                <a:solidFill>
                  <a:srgbClr val="58595B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(x), com </a:t>
            </a:r>
            <a:r>
              <a:rPr lang="pt-BR" sz="2400" i="1" dirty="0">
                <a:solidFill>
                  <a:srgbClr val="58595B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x </a:t>
            </a:r>
            <a:r>
              <a:rPr lang="pt-BR" sz="2400" dirty="0">
                <a:solidFill>
                  <a:srgbClr val="58595B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variando por todo o domínio </a:t>
            </a:r>
            <a:r>
              <a:rPr lang="pt-BR" sz="2400" i="1" dirty="0">
                <a:solidFill>
                  <a:srgbClr val="58595B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A.</a:t>
            </a:r>
            <a:endParaRPr lang="pt-BR" sz="2400" dirty="0">
              <a:solidFill>
                <a:srgbClr val="58595B"/>
              </a:solidFill>
              <a:latin typeface="Calibri" panose="020F0502020204030204" pitchFamily="34" charset="0"/>
              <a:ea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C172321-B1BA-EB6F-4583-3D0852C465BD}"/>
              </a:ext>
            </a:extLst>
          </p:cNvPr>
          <p:cNvSpPr txBox="1"/>
          <p:nvPr/>
        </p:nvSpPr>
        <p:spPr>
          <a:xfrm>
            <a:off x="4099459" y="297888"/>
            <a:ext cx="68143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58595B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O</a:t>
            </a:r>
            <a:r>
              <a:rPr lang="pt-BR" sz="2400" b="0" i="0" dirty="0">
                <a:solidFill>
                  <a:srgbClr val="58595B"/>
                </a:solidFill>
                <a:effectLst/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 </a:t>
            </a:r>
            <a:r>
              <a:rPr lang="pt-BR" sz="2400" b="1" i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domínio</a:t>
            </a:r>
            <a:r>
              <a:rPr lang="pt-BR" sz="2400" b="0" i="0" dirty="0">
                <a:solidFill>
                  <a:srgbClr val="58595B"/>
                </a:solidFill>
                <a:effectLst/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 da</a:t>
            </a:r>
            <a:r>
              <a:rPr lang="pt-BR" sz="2400" dirty="0">
                <a:solidFill>
                  <a:srgbClr val="58595B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 função </a:t>
            </a:r>
            <a:r>
              <a:rPr lang="pt-BR" sz="2400" i="1" dirty="0">
                <a:solidFill>
                  <a:srgbClr val="58595B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f : A </a:t>
            </a:r>
            <a:r>
              <a:rPr lang="pt-BR" sz="2400" dirty="0">
                <a:solidFill>
                  <a:srgbClr val="58595B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 → </a:t>
            </a:r>
            <a:r>
              <a:rPr lang="pt-BR" sz="2400" i="1" dirty="0">
                <a:solidFill>
                  <a:srgbClr val="58595B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B </a:t>
            </a:r>
            <a:r>
              <a:rPr lang="pt-BR" sz="2400" b="0" i="0" dirty="0">
                <a:solidFill>
                  <a:srgbClr val="58595B"/>
                </a:solidFill>
                <a:effectLst/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é dado pelo conjunto </a:t>
            </a:r>
            <a:r>
              <a:rPr lang="pt-BR" sz="2400" b="0" i="1" dirty="0">
                <a:solidFill>
                  <a:srgbClr val="58595B"/>
                </a:solidFill>
                <a:effectLst/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A </a:t>
            </a:r>
            <a:r>
              <a:rPr lang="pt-BR" sz="2400" b="0" i="0" dirty="0">
                <a:solidFill>
                  <a:srgbClr val="58595B"/>
                </a:solidFill>
                <a:effectLst/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={</a:t>
            </a:r>
            <a:r>
              <a:rPr lang="pt-BR" sz="2400" b="0" i="0" dirty="0" err="1">
                <a:solidFill>
                  <a:srgbClr val="58595B"/>
                </a:solidFill>
                <a:effectLst/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a,b,c,d,e</a:t>
            </a:r>
            <a:r>
              <a:rPr lang="pt-BR" sz="2400" b="0" i="0" dirty="0">
                <a:solidFill>
                  <a:srgbClr val="58595B"/>
                </a:solidFill>
                <a:effectLst/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}</a:t>
            </a:r>
            <a:r>
              <a:rPr lang="pt-BR" sz="2400" b="0" i="1" dirty="0">
                <a:solidFill>
                  <a:srgbClr val="58595B"/>
                </a:solidFill>
                <a:effectLst/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 </a:t>
            </a:r>
            <a:r>
              <a:rPr lang="pt-BR" sz="2400" b="0" i="0" dirty="0">
                <a:solidFill>
                  <a:srgbClr val="58595B"/>
                </a:solidFill>
                <a:effectLst/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e o contradomínio </a:t>
            </a:r>
            <a:r>
              <a:rPr lang="pt-BR" sz="2400" b="0" i="1" dirty="0">
                <a:solidFill>
                  <a:srgbClr val="58595B"/>
                </a:solidFill>
                <a:effectLst/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B </a:t>
            </a:r>
            <a:r>
              <a:rPr lang="pt-BR" sz="2400" b="0" i="0" dirty="0">
                <a:solidFill>
                  <a:srgbClr val="58595B"/>
                </a:solidFill>
                <a:effectLst/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={</a:t>
            </a:r>
            <a:r>
              <a:rPr lang="pt-BR" sz="2400" b="0" i="0" dirty="0" err="1">
                <a:solidFill>
                  <a:srgbClr val="58595B"/>
                </a:solidFill>
                <a:effectLst/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p,q,r</a:t>
            </a:r>
            <a:r>
              <a:rPr lang="pt-BR" sz="2400" b="0" i="0" dirty="0">
                <a:solidFill>
                  <a:srgbClr val="58595B"/>
                </a:solidFill>
                <a:effectLst/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}.</a:t>
            </a:r>
          </a:p>
        </p:txBody>
      </p:sp>
    </p:spTree>
    <p:extLst>
      <p:ext uri="{BB962C8B-B14F-4D97-AF65-F5344CB8AC3E}">
        <p14:creationId xmlns:p14="http://schemas.microsoft.com/office/powerpoint/2010/main" val="39626255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B156B-298A-29A3-6D81-17352A282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56872-1566-A2EF-12E1-C836B3FFFB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84" y="1392685"/>
            <a:ext cx="3642880" cy="1613366"/>
          </a:xfrm>
        </p:spPr>
        <p:txBody>
          <a:bodyPr/>
          <a:lstStyle/>
          <a:p>
            <a:r>
              <a:rPr lang="pt-BR" dirty="0"/>
              <a:t>Funções: Domínio e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0BCBBFB-1582-3481-A972-F620AD8108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5974" y="3428999"/>
            <a:ext cx="3259394" cy="2662085"/>
          </a:xfrm>
        </p:spPr>
        <p:txBody>
          <a:bodyPr>
            <a:normAutofit/>
          </a:bodyPr>
          <a:lstStyle/>
          <a:p>
            <a:pPr indent="0" algn="just"/>
            <a:r>
              <a:rPr lang="pt-BR" dirty="0">
                <a:ea typeface="Roboto" panose="02000000000000000000" pitchFamily="2" charset="0"/>
              </a:rPr>
              <a:t>O conjunto de entrada </a:t>
            </a:r>
            <a:r>
              <a:rPr lang="pt-BR" i="1" dirty="0">
                <a:ea typeface="Roboto" panose="02000000000000000000" pitchFamily="2" charset="0"/>
              </a:rPr>
              <a:t>A </a:t>
            </a:r>
            <a:r>
              <a:rPr lang="pt-BR" dirty="0">
                <a:ea typeface="Roboto" panose="02000000000000000000" pitchFamily="2" charset="0"/>
              </a:rPr>
              <a:t>é chamado de </a:t>
            </a:r>
            <a:r>
              <a:rPr lang="pt-BR" b="1" dirty="0">
                <a:ea typeface="Roboto" panose="02000000000000000000" pitchFamily="2" charset="0"/>
              </a:rPr>
              <a:t>domínio</a:t>
            </a:r>
            <a:r>
              <a:rPr lang="pt-BR" dirty="0">
                <a:ea typeface="Roboto" panose="02000000000000000000" pitchFamily="2" charset="0"/>
              </a:rPr>
              <a:t> da função </a:t>
            </a:r>
            <a:r>
              <a:rPr lang="pt-BR" i="1" dirty="0">
                <a:ea typeface="Roboto" panose="02000000000000000000" pitchFamily="2" charset="0"/>
              </a:rPr>
              <a:t>f </a:t>
            </a:r>
            <a:r>
              <a:rPr lang="pt-BR" dirty="0">
                <a:ea typeface="Roboto" panose="02000000000000000000" pitchFamily="2" charset="0"/>
              </a:rPr>
              <a:t>, enquanto o conjunto de saída </a:t>
            </a:r>
            <a:r>
              <a:rPr lang="pt-BR" i="1" dirty="0">
                <a:ea typeface="Roboto" panose="02000000000000000000" pitchFamily="2" charset="0"/>
              </a:rPr>
              <a:t>B </a:t>
            </a:r>
            <a:r>
              <a:rPr lang="pt-BR" dirty="0">
                <a:ea typeface="Roboto" panose="02000000000000000000" pitchFamily="2" charset="0"/>
              </a:rPr>
              <a:t>é denominado de </a:t>
            </a:r>
            <a:r>
              <a:rPr lang="pt-BR" b="1" dirty="0">
                <a:ea typeface="Roboto" panose="02000000000000000000" pitchFamily="2" charset="0"/>
              </a:rPr>
              <a:t>contradomínio.</a:t>
            </a:r>
            <a:r>
              <a:rPr lang="pt-BR" dirty="0">
                <a:ea typeface="Roboto" panose="02000000000000000000" pitchFamily="2" charset="0"/>
              </a:rPr>
              <a:t>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CCA1554-EC70-62F1-DFAC-3B0213947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57485"/>
            <a:ext cx="3921477" cy="3806515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99629C6E-82D5-3C96-F9C5-E6F6339C43FE}"/>
              </a:ext>
            </a:extLst>
          </p:cNvPr>
          <p:cNvSpPr txBox="1"/>
          <p:nvPr/>
        </p:nvSpPr>
        <p:spPr>
          <a:xfrm>
            <a:off x="4055214" y="5146278"/>
            <a:ext cx="77921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58595B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O conjunto chamado </a:t>
            </a:r>
            <a:r>
              <a:rPr lang="pt-BR" sz="2400" b="1" dirty="0">
                <a:solidFill>
                  <a:srgbClr val="FF0000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imagem</a:t>
            </a:r>
            <a:r>
              <a:rPr lang="pt-BR" sz="2400" dirty="0">
                <a:solidFill>
                  <a:srgbClr val="58595B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 da função, denominado por </a:t>
            </a:r>
            <a:r>
              <a:rPr lang="pt-BR" sz="2400" i="1" dirty="0" err="1">
                <a:solidFill>
                  <a:srgbClr val="58595B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Im</a:t>
            </a:r>
            <a:r>
              <a:rPr lang="pt-BR" sz="2400" i="1" dirty="0">
                <a:solidFill>
                  <a:srgbClr val="58595B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 </a:t>
            </a:r>
            <a:r>
              <a:rPr lang="pt-BR" sz="2400" dirty="0">
                <a:solidFill>
                  <a:srgbClr val="58595B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{f} é formado por todos os valores de </a:t>
            </a:r>
            <a:r>
              <a:rPr lang="pt-BR" sz="2400" i="1" dirty="0">
                <a:solidFill>
                  <a:srgbClr val="58595B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f</a:t>
            </a:r>
            <a:r>
              <a:rPr lang="pt-BR" sz="2400" dirty="0">
                <a:solidFill>
                  <a:srgbClr val="58595B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(x), com </a:t>
            </a:r>
            <a:r>
              <a:rPr lang="pt-BR" sz="2400" i="1" dirty="0">
                <a:solidFill>
                  <a:srgbClr val="58595B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x </a:t>
            </a:r>
            <a:r>
              <a:rPr lang="pt-BR" sz="2400" dirty="0">
                <a:solidFill>
                  <a:srgbClr val="58595B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variando por todo o domínio </a:t>
            </a:r>
            <a:r>
              <a:rPr lang="pt-BR" sz="2400" i="1" dirty="0">
                <a:solidFill>
                  <a:srgbClr val="58595B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A.</a:t>
            </a:r>
            <a:endParaRPr lang="pt-BR" sz="2400" dirty="0">
              <a:solidFill>
                <a:srgbClr val="58595B"/>
              </a:solidFill>
              <a:latin typeface="Calibri" panose="020F0502020204030204" pitchFamily="34" charset="0"/>
              <a:ea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BC9A9B5-1F96-D789-00B9-D2EFF832F47E}"/>
              </a:ext>
            </a:extLst>
          </p:cNvPr>
          <p:cNvSpPr txBox="1"/>
          <p:nvPr/>
        </p:nvSpPr>
        <p:spPr>
          <a:xfrm>
            <a:off x="4099459" y="297888"/>
            <a:ext cx="68143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58595B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O</a:t>
            </a:r>
            <a:r>
              <a:rPr lang="pt-BR" sz="2400" b="0" i="0" dirty="0">
                <a:solidFill>
                  <a:srgbClr val="58595B"/>
                </a:solidFill>
                <a:effectLst/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 domínio da</a:t>
            </a:r>
            <a:r>
              <a:rPr lang="pt-BR" sz="2400" dirty="0">
                <a:solidFill>
                  <a:srgbClr val="58595B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 função </a:t>
            </a:r>
            <a:r>
              <a:rPr lang="pt-BR" sz="2400" i="1" dirty="0">
                <a:solidFill>
                  <a:srgbClr val="58595B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f : A </a:t>
            </a:r>
            <a:r>
              <a:rPr lang="pt-BR" sz="2400" dirty="0">
                <a:solidFill>
                  <a:srgbClr val="58595B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 → </a:t>
            </a:r>
            <a:r>
              <a:rPr lang="pt-BR" sz="2400" i="1" dirty="0">
                <a:solidFill>
                  <a:srgbClr val="58595B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B </a:t>
            </a:r>
            <a:r>
              <a:rPr lang="pt-BR" sz="2400" b="0" i="0" dirty="0">
                <a:solidFill>
                  <a:srgbClr val="58595B"/>
                </a:solidFill>
                <a:effectLst/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é dado pelo conjunto </a:t>
            </a:r>
            <a:r>
              <a:rPr lang="pt-BR" sz="2400" b="0" i="1" dirty="0">
                <a:solidFill>
                  <a:srgbClr val="58595B"/>
                </a:solidFill>
                <a:effectLst/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A </a:t>
            </a:r>
            <a:r>
              <a:rPr lang="pt-BR" sz="2400" b="0" i="0" dirty="0">
                <a:solidFill>
                  <a:srgbClr val="58595B"/>
                </a:solidFill>
                <a:effectLst/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={</a:t>
            </a:r>
            <a:r>
              <a:rPr lang="pt-BR" sz="2400" b="0" i="0" dirty="0" err="1">
                <a:solidFill>
                  <a:srgbClr val="58595B"/>
                </a:solidFill>
                <a:effectLst/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a,b,c,d,e</a:t>
            </a:r>
            <a:r>
              <a:rPr lang="pt-BR" sz="2400" b="0" i="0" dirty="0">
                <a:solidFill>
                  <a:srgbClr val="58595B"/>
                </a:solidFill>
                <a:effectLst/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}</a:t>
            </a:r>
            <a:r>
              <a:rPr lang="pt-BR" sz="2400" b="0" i="1" dirty="0">
                <a:solidFill>
                  <a:srgbClr val="58595B"/>
                </a:solidFill>
                <a:effectLst/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 </a:t>
            </a:r>
            <a:r>
              <a:rPr lang="pt-BR" sz="2400" b="0" i="0" dirty="0">
                <a:solidFill>
                  <a:srgbClr val="58595B"/>
                </a:solidFill>
                <a:effectLst/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e o contradomínio </a:t>
            </a:r>
            <a:r>
              <a:rPr lang="pt-BR" sz="2400" b="0" i="1" dirty="0">
                <a:solidFill>
                  <a:srgbClr val="58595B"/>
                </a:solidFill>
                <a:effectLst/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B </a:t>
            </a:r>
            <a:r>
              <a:rPr lang="pt-BR" sz="2400" b="0" i="0" dirty="0">
                <a:solidFill>
                  <a:srgbClr val="58595B"/>
                </a:solidFill>
                <a:effectLst/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={</a:t>
            </a:r>
            <a:r>
              <a:rPr lang="pt-BR" sz="2400" b="0" i="0" dirty="0" err="1">
                <a:solidFill>
                  <a:srgbClr val="58595B"/>
                </a:solidFill>
                <a:effectLst/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p,q,r</a:t>
            </a:r>
            <a:r>
              <a:rPr lang="pt-BR" sz="2400" b="0" i="0" dirty="0">
                <a:solidFill>
                  <a:srgbClr val="58595B"/>
                </a:solidFill>
                <a:effectLst/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}.</a:t>
            </a:r>
          </a:p>
        </p:txBody>
      </p:sp>
    </p:spTree>
    <p:extLst>
      <p:ext uri="{BB962C8B-B14F-4D97-AF65-F5344CB8AC3E}">
        <p14:creationId xmlns:p14="http://schemas.microsoft.com/office/powerpoint/2010/main" val="41854729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88A2F-5B5E-BEAB-1996-B36E0824A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33F750-D6A4-631A-A7F3-D4B8534874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Exercício rápido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Texto 2">
                <a:extLst>
                  <a:ext uri="{FF2B5EF4-FFF2-40B4-BE49-F238E27FC236}">
                    <a16:creationId xmlns:a16="http://schemas.microsoft.com/office/drawing/2014/main" id="{B626E2BE-2D56-2536-6313-F8B7067C126C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365125" y="2619483"/>
                <a:ext cx="11332018" cy="292882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BR" sz="2400" dirty="0"/>
                  <a:t>Considere os conjuntos </a:t>
                </a:r>
                <a14:m>
                  <m:oMath xmlns:m="http://schemas.openxmlformats.org/officeDocument/2006/math"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pt-BR" sz="2400" b="1" i="1" dirty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pt-BR" sz="2400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400" b="1" i="1" dirty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pt-BR" sz="2400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400" b="1" i="1" dirty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pt-BR" sz="2400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400" b="1" i="1" dirty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pt-BR" sz="2400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400" b="1" i="1" dirty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pt-BR" sz="2400" b="1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pt-BR" sz="2400" dirty="0"/>
                  <a:t>, que será o domínio da função, e o contradomínio </a:t>
                </a:r>
                <a14:m>
                  <m:oMath xmlns:m="http://schemas.openxmlformats.org/officeDocument/2006/math"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pt-BR" sz="2400" b="1" i="1" dirty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pt-BR" sz="2400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400" b="1" i="1" dirty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pt-BR" sz="2400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400" b="1" i="1" dirty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pt-BR" sz="2400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400" b="1" i="1" dirty="0">
                        <a:latin typeface="Cambria Math" panose="02040503050406030204" pitchFamily="18" charset="0"/>
                      </a:rPr>
                      <m:t>𝟔</m:t>
                    </m:r>
                    <m:r>
                      <a:rPr lang="pt-BR" sz="2400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400" b="1" i="1" dirty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pt-BR" sz="2400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400" b="1" i="1" dirty="0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pt-BR" sz="2400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400" b="1" i="1" dirty="0">
                        <a:latin typeface="Cambria Math" panose="02040503050406030204" pitchFamily="18" charset="0"/>
                      </a:rPr>
                      <m:t>𝟏𝟐</m:t>
                    </m:r>
                    <m:r>
                      <a:rPr lang="pt-BR" sz="2400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400" b="1" i="1" dirty="0">
                        <a:latin typeface="Cambria Math" panose="02040503050406030204" pitchFamily="18" charset="0"/>
                      </a:rPr>
                      <m:t>𝟏𝟒</m:t>
                    </m:r>
                    <m:r>
                      <a:rPr lang="pt-BR" sz="2400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400" b="1" i="1" dirty="0">
                        <a:latin typeface="Cambria Math" panose="02040503050406030204" pitchFamily="18" charset="0"/>
                      </a:rPr>
                      <m:t>𝟏𝟔</m:t>
                    </m:r>
                    <m:r>
                      <a:rPr lang="pt-BR" sz="2400" b="1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pt-BR" sz="2400" dirty="0"/>
                  <a:t>.</a:t>
                </a:r>
                <a:r>
                  <a:rPr lang="pt-BR" sz="2400" b="1" dirty="0"/>
                  <a:t> </a:t>
                </a:r>
                <a:r>
                  <a:rPr lang="pt-BR" sz="2400" dirty="0"/>
                  <a:t>Vamos criar uma função que associe esses dois conjuntos da seguinte forma: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 = 2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pPr marL="0" indent="0">
                  <a:buNone/>
                </a:pPr>
                <a:r>
                  <a:rPr lang="pt-BR" sz="2400" dirty="0"/>
                  <a:t>Determine o conjunto imagem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𝐼𝑚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.</a:t>
                </a:r>
                <a:br>
                  <a:rPr lang="pt-BR" sz="2400" dirty="0"/>
                </a:br>
                <a:endParaRPr lang="pt-BR" sz="2400" dirty="0"/>
              </a:p>
            </p:txBody>
          </p:sp>
        </mc:Choice>
        <mc:Fallback>
          <p:sp>
            <p:nvSpPr>
              <p:cNvPr id="3" name="Espaço Reservado para Texto 2">
                <a:extLst>
                  <a:ext uri="{FF2B5EF4-FFF2-40B4-BE49-F238E27FC236}">
                    <a16:creationId xmlns:a16="http://schemas.microsoft.com/office/drawing/2014/main" id="{B626E2BE-2D56-2536-6313-F8B7067C12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365125" y="2619483"/>
                <a:ext cx="11332018" cy="2928829"/>
              </a:xfrm>
              <a:blipFill>
                <a:blip r:embed="rId2"/>
                <a:stretch>
                  <a:fillRect l="-861" t="-291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76984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A1FDA681-AE05-CE81-4996-84AD3100BA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Gráficos</a:t>
            </a:r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4355C572-D879-A584-886F-D6CF1BD7E6E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" name="Espaço Reservado para Imagem 4">
            <a:extLst>
              <a:ext uri="{FF2B5EF4-FFF2-40B4-BE49-F238E27FC236}">
                <a16:creationId xmlns:a16="http://schemas.microsoft.com/office/drawing/2014/main" id="{175D4296-B5C5-E32B-D475-CAB05E99B5E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730" b="730"/>
          <a:stretch>
            <a:fillRect/>
          </a:stretch>
        </p:blipFill>
        <p:spPr>
          <a:xfrm>
            <a:off x="561975" y="1385888"/>
            <a:ext cx="5219700" cy="4775200"/>
          </a:xfrm>
          <a:prstGeom prst="rect">
            <a:avLst/>
          </a:prstGeom>
          <a:ln>
            <a:noFill/>
          </a:ln>
        </p:spPr>
      </p:pic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0B99EF02-8D49-B75A-5AED-F0E859D58D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pic>
        <p:nvPicPr>
          <p:cNvPr id="6" name="Espaço Reservado para Conteúdo 6">
            <a:extLst>
              <a:ext uri="{FF2B5EF4-FFF2-40B4-BE49-F238E27FC236}">
                <a16:creationId xmlns:a16="http://schemas.microsoft.com/office/drawing/2014/main" id="{37356D66-B5AE-BE70-A81B-BA7C0645F2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39" b="2682"/>
          <a:stretch>
            <a:fillRect/>
          </a:stretch>
        </p:blipFill>
        <p:spPr>
          <a:xfrm>
            <a:off x="6527851" y="1363384"/>
            <a:ext cx="5066802" cy="48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1430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4FE5D532-3968-BF88-1C60-B741CD8AA239}"/>
              </a:ext>
            </a:extLst>
          </p:cNvPr>
          <p:cNvSpPr txBox="1">
            <a:spLocks/>
          </p:cNvSpPr>
          <p:nvPr/>
        </p:nvSpPr>
        <p:spPr>
          <a:xfrm>
            <a:off x="1235280" y="731637"/>
            <a:ext cx="11466657" cy="72587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14D8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>
                <a:ea typeface="Roboto" panose="02000000000000000000" pitchFamily="2" charset="0"/>
              </a:rPr>
              <a:t>Gráficos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D5949E2-AFBA-CFF7-19A3-ED876B51D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6644" y="2064679"/>
            <a:ext cx="6372000" cy="4248000"/>
          </a:xfrm>
          <a:prstGeom prst="rect">
            <a:avLst/>
          </a:prstGeom>
        </p:spPr>
      </p:pic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02B09D4-0592-7B66-E813-FAE4E87A0BE6}"/>
              </a:ext>
            </a:extLst>
          </p:cNvPr>
          <p:cNvSpPr txBox="1">
            <a:spLocks/>
          </p:cNvSpPr>
          <p:nvPr/>
        </p:nvSpPr>
        <p:spPr>
          <a:xfrm>
            <a:off x="1235280" y="1479712"/>
            <a:ext cx="10563430" cy="158138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>
                <a:ea typeface="Roboto" panose="02000000000000000000" pitchFamily="2" charset="0"/>
                <a:cs typeface="Roboto" panose="02000000000000000000" pitchFamily="2" charset="0"/>
              </a:rPr>
              <a:t>Vamos começar com uma função que apresenta um comportamento bem simples.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846CA49-02BF-6278-9906-4177394D2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872" y="3264980"/>
            <a:ext cx="2415486" cy="258163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8B8897FE-12A8-A48B-7052-978161C18B72}"/>
                  </a:ext>
                </a:extLst>
              </p:cNvPr>
              <p:cNvSpPr txBox="1"/>
              <p:nvPr/>
            </p:nvSpPr>
            <p:spPr>
              <a:xfrm>
                <a:off x="1400837" y="2878337"/>
                <a:ext cx="2225628" cy="430887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200" b="1" i="1" smtClean="0">
                          <a:solidFill>
                            <a:srgbClr val="58595B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m:t>𝒇</m:t>
                      </m:r>
                      <m:d>
                        <m:dPr>
                          <m:ctrlPr>
                            <a:rPr lang="pt-BR" sz="2200" b="1" i="1">
                              <a:solidFill>
                                <a:srgbClr val="58595B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  <a:cs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pt-BR" sz="2200" b="1" i="1">
                              <a:solidFill>
                                <a:srgbClr val="58595B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  <a:cs typeface="Roboto" panose="02000000000000000000" pitchFamily="2" charset="0"/>
                            </a:rPr>
                            <m:t>𝒙</m:t>
                          </m:r>
                        </m:e>
                      </m:d>
                      <m:r>
                        <a:rPr lang="pt-BR" sz="2200" b="1" i="1">
                          <a:solidFill>
                            <a:srgbClr val="58595B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m:t>=</m:t>
                      </m:r>
                      <m:r>
                        <a:rPr lang="pt-BR" sz="2200" b="1" i="1">
                          <a:solidFill>
                            <a:srgbClr val="58595B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m:t>𝟒</m:t>
                      </m:r>
                      <m:r>
                        <a:rPr lang="pt-BR" sz="2200" b="1" i="1">
                          <a:solidFill>
                            <a:srgbClr val="58595B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m:t>𝒙</m:t>
                      </m:r>
                      <m:r>
                        <a:rPr lang="pt-BR" sz="2200" b="1" i="1">
                          <a:solidFill>
                            <a:srgbClr val="58595B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m:t>−</m:t>
                      </m:r>
                      <m:r>
                        <a:rPr lang="pt-BR" sz="2200" b="1" i="1">
                          <a:solidFill>
                            <a:srgbClr val="58595B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m:t>𝟐</m:t>
                      </m:r>
                    </m:oMath>
                  </m:oMathPara>
                </a14:m>
                <a:endParaRPr lang="pt-BR" sz="2200" b="1" dirty="0">
                  <a:solidFill>
                    <a:srgbClr val="58595B"/>
                  </a:solidFill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mc:Choice>
        <mc:Fallback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8B8897FE-12A8-A48B-7052-978161C18B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0837" y="2878337"/>
                <a:ext cx="2225628" cy="430887"/>
              </a:xfrm>
              <a:prstGeom prst="rect">
                <a:avLst/>
              </a:prstGeom>
              <a:blipFill>
                <a:blip r:embed="rId4"/>
                <a:stretch>
                  <a:fillRect b="-1549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9727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E43F6-1DDE-302D-0059-9334B705C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82121BF-FDD0-7462-1E17-90C4FD489CF7}"/>
              </a:ext>
            </a:extLst>
          </p:cNvPr>
          <p:cNvSpPr txBox="1">
            <a:spLocks/>
          </p:cNvSpPr>
          <p:nvPr/>
        </p:nvSpPr>
        <p:spPr>
          <a:xfrm>
            <a:off x="1235280" y="731637"/>
            <a:ext cx="11466657" cy="72587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14D8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>
                <a:ea typeface="Roboto" panose="02000000000000000000" pitchFamily="2" charset="0"/>
              </a:rPr>
              <a:t>Gráficos</a:t>
            </a:r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D72231E-2AB4-F44C-F218-A759E2B40C88}"/>
              </a:ext>
            </a:extLst>
          </p:cNvPr>
          <p:cNvSpPr txBox="1">
            <a:spLocks/>
          </p:cNvSpPr>
          <p:nvPr/>
        </p:nvSpPr>
        <p:spPr>
          <a:xfrm>
            <a:off x="1235280" y="1479712"/>
            <a:ext cx="10563430" cy="158138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/>
              <a:t>Consideremos, agora, a função quadrática: </a:t>
            </a:r>
            <a:br>
              <a:rPr lang="pt-BR" dirty="0"/>
            </a:br>
            <a:endParaRPr lang="pt-BR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065760D1-4478-A83E-7015-D9D8896144AD}"/>
                  </a:ext>
                </a:extLst>
              </p:cNvPr>
              <p:cNvSpPr txBox="1"/>
              <p:nvPr/>
            </p:nvSpPr>
            <p:spPr>
              <a:xfrm>
                <a:off x="1711228" y="2652412"/>
                <a:ext cx="2634018" cy="430887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200" b="1" i="1" smtClean="0">
                          <a:solidFill>
                            <a:srgbClr val="58595B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m:t>𝒇</m:t>
                      </m:r>
                      <m:d>
                        <m:dPr>
                          <m:ctrlPr>
                            <a:rPr lang="pt-BR" sz="2200" b="1" i="1">
                              <a:solidFill>
                                <a:srgbClr val="58595B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  <a:cs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pt-BR" sz="2200" b="1" i="1">
                              <a:solidFill>
                                <a:srgbClr val="58595B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  <a:cs typeface="Roboto" panose="02000000000000000000" pitchFamily="2" charset="0"/>
                            </a:rPr>
                            <m:t>𝒙</m:t>
                          </m:r>
                        </m:e>
                      </m:d>
                      <m:r>
                        <a:rPr lang="pt-BR" sz="2200" b="1" i="1">
                          <a:solidFill>
                            <a:srgbClr val="58595B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m:t>=</m:t>
                      </m:r>
                      <m:sSup>
                        <m:sSupPr>
                          <m:ctrlPr>
                            <a:rPr lang="pt-BR" sz="2200" b="1" i="1" smtClean="0">
                              <a:solidFill>
                                <a:srgbClr val="58595B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  <a:cs typeface="Roboto" panose="02000000000000000000" pitchFamily="2" charset="0"/>
                            </a:rPr>
                          </m:ctrlPr>
                        </m:sSupPr>
                        <m:e>
                          <m:r>
                            <a:rPr lang="pt-BR" sz="2200" b="1" i="1" smtClean="0">
                              <a:solidFill>
                                <a:srgbClr val="58595B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  <a:cs typeface="Roboto" panose="02000000000000000000" pitchFamily="2" charset="0"/>
                            </a:rPr>
                            <m:t>𝒙</m:t>
                          </m:r>
                        </m:e>
                        <m:sup>
                          <m:r>
                            <a:rPr lang="pt-BR" sz="2200" b="1" i="1" smtClean="0">
                              <a:solidFill>
                                <a:srgbClr val="58595B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  <a:cs typeface="Roboto" panose="02000000000000000000" pitchFamily="2" charset="0"/>
                            </a:rPr>
                            <m:t>2</m:t>
                          </m:r>
                        </m:sup>
                      </m:sSup>
                      <m:r>
                        <a:rPr lang="pt-BR" sz="2200" b="1" i="1" smtClean="0">
                          <a:solidFill>
                            <a:srgbClr val="58595B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m:t>−</m:t>
                      </m:r>
                      <m:r>
                        <a:rPr lang="pt-BR" sz="2200" b="1" i="1">
                          <a:solidFill>
                            <a:srgbClr val="58595B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m:t>𝟒</m:t>
                      </m:r>
                      <m:r>
                        <a:rPr lang="pt-BR" sz="2200" b="1" i="1">
                          <a:solidFill>
                            <a:srgbClr val="58595B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m:t>𝒙</m:t>
                      </m:r>
                      <m:r>
                        <a:rPr lang="pt-BR" sz="2200" b="1" i="1" smtClean="0">
                          <a:solidFill>
                            <a:srgbClr val="58595B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m:t>+</m:t>
                      </m:r>
                      <m:r>
                        <a:rPr lang="pt-BR" sz="2200" b="1" i="1" smtClean="0">
                          <a:solidFill>
                            <a:srgbClr val="58595B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m:t>𝟑</m:t>
                      </m:r>
                    </m:oMath>
                  </m:oMathPara>
                </a14:m>
                <a:endParaRPr lang="pt-BR" sz="2200" b="1" dirty="0">
                  <a:solidFill>
                    <a:srgbClr val="58595B"/>
                  </a:solidFill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mc:Choice>
        <mc:Fallback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065760D1-4478-A83E-7015-D9D889614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1228" y="2652412"/>
                <a:ext cx="2634018" cy="430887"/>
              </a:xfrm>
              <a:prstGeom prst="rect">
                <a:avLst/>
              </a:prstGeom>
              <a:blipFill>
                <a:blip r:embed="rId2"/>
                <a:stretch>
                  <a:fillRect b="-1549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m 7">
            <a:extLst>
              <a:ext uri="{FF2B5EF4-FFF2-40B4-BE49-F238E27FC236}">
                <a16:creationId xmlns:a16="http://schemas.microsoft.com/office/drawing/2014/main" id="{69A71EAF-004C-952C-4B6E-F8BF02ADD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252" y="3083299"/>
            <a:ext cx="2640994" cy="250379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B2C0ABB-5044-EB8E-81C8-540FD9B058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4218" y="2042785"/>
            <a:ext cx="6352599" cy="4231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184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584EA-596E-60B6-2D93-12D983FC5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F691FA5E-7376-1CAA-9D3C-2F605DC12689}"/>
              </a:ext>
            </a:extLst>
          </p:cNvPr>
          <p:cNvSpPr txBox="1">
            <a:spLocks/>
          </p:cNvSpPr>
          <p:nvPr/>
        </p:nvSpPr>
        <p:spPr>
          <a:xfrm>
            <a:off x="244911" y="642409"/>
            <a:ext cx="8919943" cy="14454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14D8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 dirty="0"/>
              <a:t>Equação da Reta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932F366-0652-D80E-6165-65A3962DCCB4}"/>
              </a:ext>
            </a:extLst>
          </p:cNvPr>
          <p:cNvSpPr txBox="1"/>
          <p:nvPr/>
        </p:nvSpPr>
        <p:spPr>
          <a:xfrm>
            <a:off x="136947" y="1875754"/>
            <a:ext cx="583104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58595B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Quando dizemos que f(x) é uma função linear, queremos dizer que o </a:t>
            </a:r>
            <a:r>
              <a:rPr lang="pt-BR" sz="2400" b="1" dirty="0">
                <a:solidFill>
                  <a:srgbClr val="FF0000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gráfico da função é uma reta</a:t>
            </a:r>
            <a:r>
              <a:rPr lang="pt-BR" sz="2400" dirty="0">
                <a:solidFill>
                  <a:srgbClr val="58595B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. A função é dada pela seguinte equação: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9602A8AD-CF1C-BE07-94A1-8B5060A0DDA8}"/>
                  </a:ext>
                </a:extLst>
              </p:cNvPr>
              <p:cNvSpPr txBox="1"/>
              <p:nvPr/>
            </p:nvSpPr>
            <p:spPr>
              <a:xfrm>
                <a:off x="556895" y="3980855"/>
                <a:ext cx="166391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𝒎𝒙</m:t>
                      </m:r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pt-BR" sz="24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9602A8AD-CF1C-BE07-94A1-8B5060A0D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895" y="3980855"/>
                <a:ext cx="1663917" cy="369332"/>
              </a:xfrm>
              <a:prstGeom prst="rect">
                <a:avLst/>
              </a:prstGeom>
              <a:blipFill>
                <a:blip r:embed="rId2"/>
                <a:stretch>
                  <a:fillRect l="-4396" r="-4396" b="-262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tângulo 7">
            <a:extLst>
              <a:ext uri="{FF2B5EF4-FFF2-40B4-BE49-F238E27FC236}">
                <a16:creationId xmlns:a16="http://schemas.microsoft.com/office/drawing/2014/main" id="{E1A5DF8A-05F2-B2FF-86E1-3EA2EDD4AD16}"/>
              </a:ext>
            </a:extLst>
          </p:cNvPr>
          <p:cNvSpPr/>
          <p:nvPr/>
        </p:nvSpPr>
        <p:spPr>
          <a:xfrm>
            <a:off x="1172020" y="4006981"/>
            <a:ext cx="261197" cy="3240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B2E8313-CFF5-B9C9-4CD0-795CAD3F9475}"/>
              </a:ext>
            </a:extLst>
          </p:cNvPr>
          <p:cNvSpPr/>
          <p:nvPr/>
        </p:nvSpPr>
        <p:spPr>
          <a:xfrm>
            <a:off x="1912835" y="3988392"/>
            <a:ext cx="324000" cy="3240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5057A58-22CF-EF72-4813-9D24811AA538}"/>
              </a:ext>
            </a:extLst>
          </p:cNvPr>
          <p:cNvSpPr/>
          <p:nvPr/>
        </p:nvSpPr>
        <p:spPr>
          <a:xfrm>
            <a:off x="-3968" y="4710917"/>
            <a:ext cx="281977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58595B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Coeficiente angular</a:t>
            </a:r>
          </a:p>
          <a:p>
            <a:pPr algn="ctr"/>
            <a:r>
              <a:rPr lang="pt-BR" sz="2400" b="1" dirty="0">
                <a:solidFill>
                  <a:srgbClr val="58595B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(inclinação da reta)</a:t>
            </a:r>
          </a:p>
        </p:txBody>
      </p:sp>
      <p:pic>
        <p:nvPicPr>
          <p:cNvPr id="11" name="Gráfico 11" descr="Seta: curva ligeira com preenchimento sólido">
            <a:extLst>
              <a:ext uri="{FF2B5EF4-FFF2-40B4-BE49-F238E27FC236}">
                <a16:creationId xmlns:a16="http://schemas.microsoft.com/office/drawing/2014/main" id="{7910FC51-9296-C33F-CF2C-4F50143FDF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1150487" y="4365551"/>
            <a:ext cx="328974" cy="48059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B4CE81FC-43D0-B901-4B44-32611784EFE8}"/>
              </a:ext>
            </a:extLst>
          </p:cNvPr>
          <p:cNvSpPr/>
          <p:nvPr/>
        </p:nvSpPr>
        <p:spPr>
          <a:xfrm>
            <a:off x="2494390" y="3647933"/>
            <a:ext cx="32333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58595B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Coeficiente linear</a:t>
            </a:r>
          </a:p>
          <a:p>
            <a:pPr algn="ctr"/>
            <a:r>
              <a:rPr lang="pt-BR" sz="2400" b="1" dirty="0">
                <a:solidFill>
                  <a:srgbClr val="58595B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(intersecção do eixo y)</a:t>
            </a:r>
          </a:p>
        </p:txBody>
      </p:sp>
      <p:pic>
        <p:nvPicPr>
          <p:cNvPr id="13" name="Gráfico 11" descr="Seta: curva ligeira com preenchimento sólido">
            <a:extLst>
              <a:ext uri="{FF2B5EF4-FFF2-40B4-BE49-F238E27FC236}">
                <a16:creationId xmlns:a16="http://schemas.microsoft.com/office/drawing/2014/main" id="{28DAE9E7-84F9-B504-8C40-361E30FC1E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25864" flipH="1">
            <a:off x="2333761" y="3828713"/>
            <a:ext cx="328974" cy="480591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66EF3D1B-1001-2497-0B3F-430B5C70DF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0364" y="666186"/>
            <a:ext cx="5831043" cy="388736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47D472A9-8576-13C5-6B8A-98FE19532DBF}"/>
                  </a:ext>
                </a:extLst>
              </p:cNvPr>
              <p:cNvSpPr txBox="1"/>
              <p:nvPr/>
            </p:nvSpPr>
            <p:spPr>
              <a:xfrm>
                <a:off x="7548800" y="145837"/>
                <a:ext cx="2225628" cy="430887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200" b="1" i="1" smtClean="0">
                          <a:solidFill>
                            <a:srgbClr val="58595B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m:t>𝒇</m:t>
                      </m:r>
                      <m:d>
                        <m:dPr>
                          <m:ctrlPr>
                            <a:rPr lang="pt-BR" sz="2200" b="1" i="1">
                              <a:solidFill>
                                <a:srgbClr val="58595B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  <a:cs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pt-BR" sz="2200" b="1" i="1">
                              <a:solidFill>
                                <a:srgbClr val="58595B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  <a:cs typeface="Roboto" panose="02000000000000000000" pitchFamily="2" charset="0"/>
                            </a:rPr>
                            <m:t>𝒙</m:t>
                          </m:r>
                        </m:e>
                      </m:d>
                      <m:r>
                        <a:rPr lang="pt-BR" sz="2200" b="1" i="1">
                          <a:solidFill>
                            <a:srgbClr val="58595B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m:t>=</m:t>
                      </m:r>
                      <m:r>
                        <a:rPr lang="pt-BR" sz="2200" b="1" i="1">
                          <a:solidFill>
                            <a:srgbClr val="58595B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m:t>𝟒</m:t>
                      </m:r>
                      <m:r>
                        <a:rPr lang="pt-BR" sz="2200" b="1" i="1">
                          <a:solidFill>
                            <a:srgbClr val="58595B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m:t>𝒙</m:t>
                      </m:r>
                      <m:r>
                        <a:rPr lang="pt-BR" sz="2200" b="1" i="1">
                          <a:solidFill>
                            <a:srgbClr val="58595B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m:t>−</m:t>
                      </m:r>
                      <m:r>
                        <a:rPr lang="pt-BR" sz="2200" b="1" i="1">
                          <a:solidFill>
                            <a:srgbClr val="58595B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m:t>𝟐</m:t>
                      </m:r>
                    </m:oMath>
                  </m:oMathPara>
                </a14:m>
                <a:endParaRPr lang="pt-BR" sz="2200" b="1" dirty="0">
                  <a:solidFill>
                    <a:srgbClr val="58595B"/>
                  </a:solidFill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mc:Choice>
        <mc:Fallback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47D472A9-8576-13C5-6B8A-98FE19532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8800" y="145837"/>
                <a:ext cx="2225628" cy="430887"/>
              </a:xfrm>
              <a:prstGeom prst="rect">
                <a:avLst/>
              </a:prstGeom>
              <a:blipFill>
                <a:blip r:embed="rId5"/>
                <a:stretch>
                  <a:fillRect b="-1549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F39AC9F5-7CAD-3F11-8A86-69FD0681DB53}"/>
                  </a:ext>
                </a:extLst>
              </p:cNvPr>
              <p:cNvSpPr txBox="1"/>
              <p:nvPr/>
            </p:nvSpPr>
            <p:spPr>
              <a:xfrm>
                <a:off x="8155858" y="4787638"/>
                <a:ext cx="3468712" cy="7283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200" b="1" i="1" smtClean="0">
                          <a:solidFill>
                            <a:srgbClr val="58595B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m:t>𝒎</m:t>
                      </m:r>
                      <m:r>
                        <a:rPr lang="pt-BR" sz="2200" b="1" i="1" smtClean="0">
                          <a:solidFill>
                            <a:srgbClr val="58595B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m:t>=</m:t>
                      </m:r>
                      <m:f>
                        <m:fPr>
                          <m:ctrlPr>
                            <a:rPr lang="pt-BR" sz="2200" b="1" i="1" smtClean="0">
                              <a:solidFill>
                                <a:srgbClr val="58595B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  <a:cs typeface="Roboto" panose="02000000000000000000" pitchFamily="2" charset="0"/>
                            </a:rPr>
                          </m:ctrlPr>
                        </m:fPr>
                        <m:num>
                          <m:r>
                            <a:rPr lang="pt-BR" sz="2200" b="1" i="1" smtClean="0">
                              <a:solidFill>
                                <a:srgbClr val="58595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Roboto" panose="02000000000000000000" pitchFamily="2" charset="0"/>
                            </a:rPr>
                            <m:t>∆</m:t>
                          </m:r>
                          <m:r>
                            <a:rPr lang="pt-BR" sz="2200" b="1" i="1" smtClean="0">
                              <a:solidFill>
                                <a:srgbClr val="58595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Roboto" panose="02000000000000000000" pitchFamily="2" charset="0"/>
                            </a:rPr>
                            <m:t>𝒚</m:t>
                          </m:r>
                        </m:num>
                        <m:den>
                          <m:r>
                            <a:rPr lang="pt-BR" sz="2200" b="1" i="1" smtClean="0">
                              <a:solidFill>
                                <a:srgbClr val="58595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Roboto" panose="02000000000000000000" pitchFamily="2" charset="0"/>
                            </a:rPr>
                            <m:t>∆</m:t>
                          </m:r>
                          <m:r>
                            <a:rPr lang="pt-BR" sz="2200" b="1" i="1" smtClean="0">
                              <a:solidFill>
                                <a:srgbClr val="58595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Roboto" panose="02000000000000000000" pitchFamily="2" charset="0"/>
                            </a:rPr>
                            <m:t>𝒙</m:t>
                          </m:r>
                        </m:den>
                      </m:f>
                      <m:r>
                        <a:rPr lang="pt-BR" sz="2200" b="1" i="1" smtClean="0">
                          <a:solidFill>
                            <a:srgbClr val="58595B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m:t>=</m:t>
                      </m:r>
                      <m:f>
                        <m:fPr>
                          <m:ctrlPr>
                            <a:rPr lang="pt-BR" sz="2200" b="1" i="1" smtClean="0">
                              <a:solidFill>
                                <a:srgbClr val="58595B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  <a:cs typeface="Roboto" panose="02000000000000000000" pitchFamily="2" charset="0"/>
                            </a:rPr>
                          </m:ctrlPr>
                        </m:fPr>
                        <m:num>
                          <m:r>
                            <a:rPr lang="pt-BR" sz="2200" b="1" i="1" smtClean="0">
                              <a:solidFill>
                                <a:srgbClr val="58595B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  <a:cs typeface="Roboto" panose="02000000000000000000" pitchFamily="2" charset="0"/>
                            </a:rPr>
                            <m:t>𝟏𝟎</m:t>
                          </m:r>
                          <m:r>
                            <a:rPr lang="pt-BR" sz="2200" b="1" i="1" smtClean="0">
                              <a:solidFill>
                                <a:srgbClr val="58595B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  <a:cs typeface="Roboto" panose="02000000000000000000" pitchFamily="2" charset="0"/>
                            </a:rPr>
                            <m:t>−</m:t>
                          </m:r>
                          <m:r>
                            <a:rPr lang="pt-BR" sz="2200" b="1" i="1" smtClean="0">
                              <a:solidFill>
                                <a:srgbClr val="58595B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  <a:cs typeface="Roboto" panose="02000000000000000000" pitchFamily="2" charset="0"/>
                            </a:rPr>
                            <m:t>𝟔</m:t>
                          </m:r>
                        </m:num>
                        <m:den>
                          <m:r>
                            <a:rPr lang="pt-BR" sz="2200" b="1" i="1" smtClean="0">
                              <a:solidFill>
                                <a:srgbClr val="58595B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  <a:cs typeface="Roboto" panose="02000000000000000000" pitchFamily="2" charset="0"/>
                            </a:rPr>
                            <m:t>𝟑</m:t>
                          </m:r>
                          <m:r>
                            <a:rPr lang="pt-BR" sz="2200" b="1" i="1" smtClean="0">
                              <a:solidFill>
                                <a:srgbClr val="58595B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  <a:cs typeface="Roboto" panose="02000000000000000000" pitchFamily="2" charset="0"/>
                            </a:rPr>
                            <m:t>−</m:t>
                          </m:r>
                          <m:r>
                            <a:rPr lang="pt-BR" sz="2200" b="1" i="1" smtClean="0">
                              <a:solidFill>
                                <a:srgbClr val="58595B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  <a:cs typeface="Roboto" panose="02000000000000000000" pitchFamily="2" charset="0"/>
                            </a:rPr>
                            <m:t>𝟐</m:t>
                          </m:r>
                        </m:den>
                      </m:f>
                      <m:r>
                        <a:rPr lang="pt-BR" sz="2200" b="1" i="1" smtClean="0">
                          <a:solidFill>
                            <a:srgbClr val="58595B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m:t>=</m:t>
                      </m:r>
                      <m:f>
                        <m:fPr>
                          <m:ctrlPr>
                            <a:rPr lang="pt-BR" sz="2200" b="1" i="1" smtClean="0">
                              <a:solidFill>
                                <a:srgbClr val="58595B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  <a:cs typeface="Roboto" panose="02000000000000000000" pitchFamily="2" charset="0"/>
                            </a:rPr>
                          </m:ctrlPr>
                        </m:fPr>
                        <m:num>
                          <m:r>
                            <a:rPr lang="pt-BR" sz="2200" b="1" i="1" smtClean="0">
                              <a:solidFill>
                                <a:srgbClr val="58595B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  <a:cs typeface="Roboto" panose="02000000000000000000" pitchFamily="2" charset="0"/>
                            </a:rPr>
                            <m:t>𝟒</m:t>
                          </m:r>
                        </m:num>
                        <m:den>
                          <m:r>
                            <a:rPr lang="pt-BR" sz="2200" b="1" i="1" smtClean="0">
                              <a:solidFill>
                                <a:srgbClr val="58595B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  <a:cs typeface="Roboto" panose="02000000000000000000" pitchFamily="2" charset="0"/>
                            </a:rPr>
                            <m:t>𝟏</m:t>
                          </m:r>
                        </m:den>
                      </m:f>
                      <m:r>
                        <a:rPr lang="pt-BR" sz="2200" b="1" i="1" smtClean="0">
                          <a:solidFill>
                            <a:srgbClr val="58595B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m:t>=</m:t>
                      </m:r>
                      <m:r>
                        <a:rPr lang="pt-BR" sz="2200" b="1" i="1" smtClean="0">
                          <a:solidFill>
                            <a:srgbClr val="58595B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m:t>𝟒</m:t>
                      </m:r>
                    </m:oMath>
                  </m:oMathPara>
                </a14:m>
                <a:endParaRPr lang="pt-BR" sz="2200" dirty="0">
                  <a:solidFill>
                    <a:srgbClr val="58595B"/>
                  </a:solidFill>
                </a:endParaRPr>
              </a:p>
            </p:txBody>
          </p:sp>
        </mc:Choice>
        <mc:Fallback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F39AC9F5-7CAD-3F11-8A86-69FD0681D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5858" y="4787638"/>
                <a:ext cx="3468712" cy="72834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CaixaDeTexto 16">
            <a:extLst>
              <a:ext uri="{FF2B5EF4-FFF2-40B4-BE49-F238E27FC236}">
                <a16:creationId xmlns:a16="http://schemas.microsoft.com/office/drawing/2014/main" id="{A02AABB0-E881-DD3A-F441-BEBFFE189B7C}"/>
              </a:ext>
            </a:extLst>
          </p:cNvPr>
          <p:cNvSpPr txBox="1"/>
          <p:nvPr/>
        </p:nvSpPr>
        <p:spPr>
          <a:xfrm>
            <a:off x="5632230" y="5007527"/>
            <a:ext cx="2489219" cy="40011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pt-BR" sz="20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Coeficiente angular: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E1EEA14-FA6E-4D13-C4C9-AE14EFE5DE30}"/>
              </a:ext>
            </a:extLst>
          </p:cNvPr>
          <p:cNvSpPr txBox="1"/>
          <p:nvPr/>
        </p:nvSpPr>
        <p:spPr>
          <a:xfrm>
            <a:off x="5632230" y="5732730"/>
            <a:ext cx="2489219" cy="40011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pt-BR" sz="20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Coeficiente angular: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231C1F74-2CC2-8A4C-BAC5-931895FA048E}"/>
                  </a:ext>
                </a:extLst>
              </p:cNvPr>
              <p:cNvSpPr txBox="1"/>
              <p:nvPr/>
            </p:nvSpPr>
            <p:spPr>
              <a:xfrm>
                <a:off x="8069490" y="5689712"/>
                <a:ext cx="1409284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200" b="1" i="1" smtClean="0">
                          <a:solidFill>
                            <a:srgbClr val="58595B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m:t>𝒃</m:t>
                      </m:r>
                      <m:r>
                        <a:rPr lang="pt-BR" sz="2200" b="1" i="1" smtClean="0">
                          <a:solidFill>
                            <a:srgbClr val="58595B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m:t>=−</m:t>
                      </m:r>
                      <m:r>
                        <a:rPr lang="pt-BR" sz="2200" b="1" i="1" smtClean="0">
                          <a:solidFill>
                            <a:srgbClr val="58595B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m:t>𝟐</m:t>
                      </m:r>
                    </m:oMath>
                  </m:oMathPara>
                </a14:m>
                <a:endParaRPr lang="pt-BR" sz="2200" dirty="0"/>
              </a:p>
            </p:txBody>
          </p:sp>
        </mc:Choice>
        <mc:Fallback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231C1F74-2CC2-8A4C-BAC5-931895FA04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9490" y="5689712"/>
                <a:ext cx="1409284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tângulo 19">
            <a:extLst>
              <a:ext uri="{FF2B5EF4-FFF2-40B4-BE49-F238E27FC236}">
                <a16:creationId xmlns:a16="http://schemas.microsoft.com/office/drawing/2014/main" id="{2926DF63-3D88-D639-BDBC-3D6452777CF7}"/>
              </a:ext>
            </a:extLst>
          </p:cNvPr>
          <p:cNvSpPr/>
          <p:nvPr/>
        </p:nvSpPr>
        <p:spPr>
          <a:xfrm>
            <a:off x="11217544" y="4936811"/>
            <a:ext cx="421773" cy="4320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45BA3DBF-CB8C-3877-ABED-A7626B0C4BA3}"/>
              </a:ext>
            </a:extLst>
          </p:cNvPr>
          <p:cNvSpPr/>
          <p:nvPr/>
        </p:nvSpPr>
        <p:spPr>
          <a:xfrm>
            <a:off x="8819535" y="5664822"/>
            <a:ext cx="433807" cy="4320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8894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2" grpId="0"/>
      <p:bldP spid="15" grpId="0" animBg="1"/>
      <p:bldP spid="16" grpId="0"/>
      <p:bldP spid="17" grpId="0" animBg="1"/>
      <p:bldP spid="18" grpId="0" animBg="1"/>
      <p:bldP spid="19" grpId="0"/>
      <p:bldP spid="20" grpId="0" animBg="1"/>
      <p:bldP spid="2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BDA1E-4D5E-3667-841B-F20F2324C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4EEFB9B2-1E2C-F30E-E207-2B369825860E}"/>
              </a:ext>
            </a:extLst>
          </p:cNvPr>
          <p:cNvSpPr txBox="1">
            <a:spLocks/>
          </p:cNvSpPr>
          <p:nvPr/>
        </p:nvSpPr>
        <p:spPr>
          <a:xfrm>
            <a:off x="244911" y="915689"/>
            <a:ext cx="8919943" cy="14454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14D8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 dirty="0"/>
              <a:t>Equação da Reta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FAC2FD3-9FAF-E64E-4785-BCA7A2E60C74}"/>
              </a:ext>
            </a:extLst>
          </p:cNvPr>
          <p:cNvSpPr txBox="1"/>
          <p:nvPr/>
        </p:nvSpPr>
        <p:spPr>
          <a:xfrm>
            <a:off x="244911" y="2616919"/>
            <a:ext cx="5246391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Para uma reta </a:t>
            </a:r>
            <a:r>
              <a:rPr lang="pt-BR" sz="2200" b="1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crescente</a:t>
            </a:r>
            <a:r>
              <a:rPr lang="pt-BR" sz="2200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temos que </a:t>
            </a:r>
            <a:r>
              <a:rPr lang="pt-BR" sz="2200" b="1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 &gt; 0</a:t>
            </a:r>
            <a:r>
              <a:rPr lang="pt-BR" sz="2200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pt-BR" sz="2200" dirty="0">
              <a:solidFill>
                <a:srgbClr val="58595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Para uma reta </a:t>
            </a:r>
            <a:r>
              <a:rPr lang="pt-BR" sz="2200" b="1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decrescente</a:t>
            </a:r>
            <a:r>
              <a:rPr lang="pt-BR" sz="2200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temos que o coeficiente angular é </a:t>
            </a:r>
            <a:r>
              <a:rPr lang="pt-BR" sz="2200" b="1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 &lt; 0</a:t>
            </a:r>
            <a:r>
              <a:rPr lang="pt-BR" sz="2200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pt-BR" sz="2200" dirty="0">
              <a:solidFill>
                <a:srgbClr val="58595B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pt-BR" sz="2200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Retas paralelas possuem o mesmo coeficiente angular.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3FA2D66-D872-FFB9-DF48-2D0746210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0639" y="323065"/>
            <a:ext cx="6009835" cy="213772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6530CD1-D912-F727-0BF8-BD71AECDD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100" y="2972270"/>
            <a:ext cx="5072260" cy="324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2419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45989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TM10001114[[fn=Galeria]]</Template>
  <TotalTime>1240</TotalTime>
  <Words>940</Words>
  <Application>Microsoft Office PowerPoint</Application>
  <PresentationFormat>Widescreen</PresentationFormat>
  <Paragraphs>106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2" baseType="lpstr">
      <vt:lpstr>Aptos</vt:lpstr>
      <vt:lpstr>Aptos Light</vt:lpstr>
      <vt:lpstr>Arial</vt:lpstr>
      <vt:lpstr>Calibri</vt:lpstr>
      <vt:lpstr>Cambria Math</vt:lpstr>
      <vt:lpstr>Roboto</vt:lpstr>
      <vt:lpstr>Wingdings</vt:lpstr>
      <vt:lpstr>Tema do Office</vt:lpstr>
      <vt:lpstr>Apresentação do PowerPoint</vt:lpstr>
      <vt:lpstr>Profa. Dra. Paula Valéria Viotti Moreira</vt:lpstr>
      <vt:lpstr>Dicas!!</vt:lpstr>
      <vt:lpstr>Apresentação do PowerPoint</vt:lpstr>
      <vt:lpstr>Porque estudar Cálculo I?</vt:lpstr>
      <vt:lpstr>Números e Funções Reais</vt:lpstr>
      <vt:lpstr>Metas de Aprendizagem</vt:lpstr>
      <vt:lpstr>Conjunto dos números reais</vt:lpstr>
      <vt:lpstr>Conjunto dos números reais</vt:lpstr>
      <vt:lpstr>Apresentação do PowerPoint</vt:lpstr>
      <vt:lpstr>Apresentação do PowerPoint</vt:lpstr>
      <vt:lpstr>Apresentação do PowerPoint</vt:lpstr>
      <vt:lpstr>Apresentação do PowerPoint</vt:lpstr>
      <vt:lpstr>Exercício rápido</vt:lpstr>
      <vt:lpstr>Funções: Domínio e Imagem</vt:lpstr>
      <vt:lpstr>Funções: Domínio e Imagem</vt:lpstr>
      <vt:lpstr>Funções: Domínio e Imagem</vt:lpstr>
      <vt:lpstr>Exercício rápido</vt:lpstr>
      <vt:lpstr>Gráficos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Welington Vainer Satin de Oliveira</dc:creator>
  <cp:lastModifiedBy>Paula Valeria Viotti Moreira</cp:lastModifiedBy>
  <cp:revision>397</cp:revision>
  <dcterms:created xsi:type="dcterms:W3CDTF">2026-01-26T20:48:29Z</dcterms:created>
  <dcterms:modified xsi:type="dcterms:W3CDTF">2026-09-24T17:14:28Z</dcterms:modified>
</cp:coreProperties>
</file>